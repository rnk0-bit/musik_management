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Roboto Mono" panose="020B0604020202020204" charset="0"/>
      <p:regular r:id="rId15"/>
      <p:bold r:id="rId16"/>
      <p:italic r:id="rId17"/>
      <p:boldItalic r:id="rId18"/>
    </p:embeddedFont>
    <p:embeddedFont>
      <p:font typeface="Century Schoolbook" panose="02040604050505020304" pitchFamily="18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dUDtYsqo9wHaYK1pha6q8Neq7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7365D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1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7365D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sz="7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2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2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3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4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2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sz="28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>
            <a:spLocks noGrp="1"/>
          </p:cNvSpPr>
          <p:nvPr>
            <p:ph type="pic" idx="2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2" name="Google Shape;82;p23"/>
          <p:cNvSpPr txBox="1">
            <a:spLocks noGrp="1"/>
          </p:cNvSpPr>
          <p:nvPr>
            <p:ph type="body" idx="1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1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C4BD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BFAF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BFAF8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F4F3E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F4F3E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F4F3E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F4F3E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F4F3E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F4F3E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F4F3E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F4F3E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F4F3E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C5D8F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C5D8F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538CD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538CD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538CD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538CD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538CD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538CD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538CD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538CD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538CD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1261872" y="575352"/>
            <a:ext cx="9418200" cy="4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</a:pPr>
            <a:r>
              <a:rPr lang="en-US"/>
              <a:t>Music Playlist Manager</a:t>
            </a:r>
            <a:endParaRPr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/>
              <a:t>Team Detail: 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/>
              <a:t>raunak raj , 41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/>
              <a:t>swayam raj , 54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/>
              <a:t>akshar adgale , 02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/>
              <a:t>prajwal tushark ,56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/>
              <a:t>Introduction</a:t>
            </a:r>
            <a:endParaRPr/>
          </a:p>
        </p:txBody>
      </p:sp>
      <p:sp>
        <p:nvSpPr>
          <p:cNvPr id="109" name="Google Shape;109;p2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• Brief Overview:</a:t>
            </a:r>
            <a:br>
              <a:rPr lang="en-US" sz="1600" b="1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A Music Playlist Manager that uses efficient data structures (mainly Doubly Linked List) to store, organize, and navigate songs. It supports dynamic playlist creation, fast insertion/deletion, and smooth next/previous playback like real music apps.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• Problem Addressed:</a:t>
            </a:r>
            <a:br>
              <a:rPr lang="en-US" sz="1600" b="1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Users face difficulty managing large music collections due to slow navigation, inefficient insertion/deletion, and poor organization when using static structures like arrays.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• Importance of the Problem:</a:t>
            </a:r>
            <a:br>
              <a:rPr lang="en-US" sz="1600" b="1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Efficient playlist handling is essential for modern music applications. Poor data management leads to lag, bad user experience, and scalability issues as the music library grows.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• Objective of the Project:</a:t>
            </a:r>
            <a:br>
              <a:rPr lang="en-US" sz="1600" b="1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To design a fast, dynamic, and user-friendly playlist system using appropriate DSAs, enabling quick traversal, easy song management, instant search, and real-world application of data structures.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182880" lvl="0" indent="-9144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/>
              <a:t>Problem Statement</a:t>
            </a:r>
            <a:br>
              <a:rPr lang="en-US" b="1"/>
            </a:b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722251" y="1010975"/>
            <a:ext cx="9893700" cy="6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 b="1">
                <a:latin typeface="Arial"/>
                <a:ea typeface="Arial"/>
                <a:cs typeface="Arial"/>
                <a:sym typeface="Arial"/>
              </a:rPr>
              <a:t>• Issue/Situation Being Solved:</a:t>
            </a:r>
            <a:br>
              <a:rPr lang="en-US" sz="1335" b="1">
                <a:latin typeface="Arial"/>
                <a:ea typeface="Arial"/>
                <a:cs typeface="Arial"/>
                <a:sym typeface="Arial"/>
              </a:rPr>
            </a:br>
            <a:r>
              <a:rPr lang="en-US" sz="1335">
                <a:latin typeface="Arial"/>
                <a:ea typeface="Arial"/>
                <a:cs typeface="Arial"/>
                <a:sym typeface="Arial"/>
              </a:rPr>
              <a:t> Managing large music collections becomes inefficient with static data structures. Users struggle with slow navigation, difficulty adding/removing songs, and poor playlist organization. The project solves these issues by using dynamic and efficient data structures.</a:t>
            </a:r>
            <a:endParaRPr sz="1335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 b="1">
                <a:latin typeface="Arial"/>
                <a:ea typeface="Arial"/>
                <a:cs typeface="Arial"/>
                <a:sym typeface="Arial"/>
              </a:rPr>
              <a:t>• Constraints &amp; Assumptions:</a:t>
            </a:r>
            <a:endParaRPr sz="1335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>
                <a:latin typeface="Arial"/>
                <a:ea typeface="Arial"/>
                <a:cs typeface="Arial"/>
                <a:sym typeface="Arial"/>
              </a:rPr>
              <a:t>Playlist size can grow or shrink at any time.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>
                <a:latin typeface="Arial"/>
                <a:ea typeface="Arial"/>
                <a:cs typeface="Arial"/>
                <a:sym typeface="Arial"/>
              </a:rPr>
              <a:t>Operations must remain fast (insert, delete, next/previous).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>
                <a:latin typeface="Arial"/>
                <a:ea typeface="Arial"/>
                <a:cs typeface="Arial"/>
                <a:sym typeface="Arial"/>
              </a:rPr>
              <a:t>Memory usage should remain efficient.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>
                <a:latin typeface="Arial"/>
                <a:ea typeface="Arial"/>
                <a:cs typeface="Arial"/>
                <a:sym typeface="Arial"/>
              </a:rPr>
              <a:t>Assumes songs are stored as objects with attributes (title, artist, duration).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>
                <a:latin typeface="Arial"/>
                <a:ea typeface="Arial"/>
                <a:cs typeface="Arial"/>
                <a:sym typeface="Arial"/>
              </a:rPr>
              <a:t>No external database; data is handled in-memory using DSAs.</a:t>
            </a:r>
            <a:endParaRPr sz="1335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 b="1">
                <a:latin typeface="Arial"/>
                <a:ea typeface="Arial"/>
                <a:cs typeface="Arial"/>
                <a:sym typeface="Arial"/>
              </a:rPr>
              <a:t>• Target Users / Application Area:</a:t>
            </a:r>
            <a:endParaRPr sz="1335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>
                <a:latin typeface="Arial"/>
                <a:ea typeface="Arial"/>
                <a:cs typeface="Arial"/>
                <a:sym typeface="Arial"/>
              </a:rPr>
              <a:t>Music app developers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>
                <a:latin typeface="Arial"/>
                <a:ea typeface="Arial"/>
                <a:cs typeface="Arial"/>
                <a:sym typeface="Arial"/>
              </a:rPr>
              <a:t>Students learning data structures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>
                <a:latin typeface="Arial"/>
                <a:ea typeface="Arial"/>
                <a:cs typeface="Arial"/>
                <a:sym typeface="Arial"/>
              </a:rPr>
              <a:t>Users managing large personal music libraries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35">
                <a:latin typeface="Arial"/>
                <a:ea typeface="Arial"/>
                <a:cs typeface="Arial"/>
                <a:sym typeface="Arial"/>
              </a:rPr>
              <a:t>Applications like media players, streaming services, playlist editors</a:t>
            </a:r>
            <a:br>
              <a:rPr lang="en-US" sz="1335">
                <a:latin typeface="Arial"/>
                <a:ea typeface="Arial"/>
                <a:cs typeface="Arial"/>
                <a:sym typeface="Arial"/>
              </a:rPr>
            </a:b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92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1249685" y="187835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System Requirements / Tools Used</a:t>
            </a:r>
            <a:endParaRPr/>
          </a:p>
        </p:txBody>
      </p:sp>
      <p:sp>
        <p:nvSpPr>
          <p:cNvPr id="121" name="Google Shape;121;p4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• Programming Language:</a:t>
            </a:r>
            <a:br>
              <a:rPr lang="en-US" sz="1500" b="1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Python (chosen for implementing linked lists, queues, and other DSAs effectively)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• IDE / Software Tools:</a:t>
            </a:r>
            <a:br>
              <a:rPr lang="en-US" sz="1500" b="1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Visual Studio Code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• Libraries Used: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The code fundamentally requires tkinter for the entire graphical user interface (GUI) and pygame for all audio playback (pygame.mixer.init(), pygame.mixer.music.load(), etc.).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• Hardware Requirements (if any):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Any basic computer with 2–4 GB RAM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No special hardware needed; runs entirely in-memory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Standard OS (Windows)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18288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Data Structures Used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 Doubly Linked List</a:t>
            </a:r>
            <a:br>
              <a:rPr lang="en-US" sz="1500" b="1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Why chosen:</a:t>
            </a:r>
            <a:br>
              <a:rPr lang="en-US" sz="1500" b="1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Supports efficient insertion, deletion, and smooth forward/backward navigation—perfect for playlist operations.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How used:</a:t>
            </a:r>
            <a:br>
              <a:rPr lang="en-US" sz="1500" b="1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Acts as the main playlist structure where each node stores a song and pointers to the next and previous songs.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• Hash Map (Hash Table)</a:t>
            </a:r>
            <a:br>
              <a:rPr lang="en-US" sz="1500" b="1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Why chosen:</a:t>
            </a:r>
            <a:br>
              <a:rPr lang="en-US" sz="1500" b="1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Provides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O(1)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average-time search, ideal for quickly locating songs in large playlists.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How used:</a:t>
            </a:r>
            <a:br>
              <a:rPr lang="en-US" sz="1500" b="1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Stores song titles/IDs as keys and pointers to their corresponding linked list nodes as values, enabling instant song lookup and fast jumps within the playlist.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182880" lvl="0" indent="-9144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endParaRPr sz="2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517747" y="36576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/>
              <a:t>Algorithm Design</a:t>
            </a:r>
            <a:br>
              <a:rPr lang="en-US" b="1"/>
            </a:br>
            <a:endParaRPr/>
          </a:p>
        </p:txBody>
      </p:sp>
      <p:sp>
        <p:nvSpPr>
          <p:cNvPr id="133" name="Google Shape;133;p6"/>
          <p:cNvSpPr txBox="1">
            <a:spLocks noGrp="1"/>
          </p:cNvSpPr>
          <p:nvPr>
            <p:ph type="body" idx="1"/>
          </p:nvPr>
        </p:nvSpPr>
        <p:spPr>
          <a:xfrm>
            <a:off x="517747" y="1838725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Key Algorithms Used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Insert Song (DLL):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Create a new node and adjust previous/next pointers.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Delete Song (DLL):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Relink surrounding nodes and free the target node.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Search Song (Hash Map):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Direct lookup using song title/ID as key.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Play Next/Previous: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Move to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current-&gt;next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current-&gt;prev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Jump to Song: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Fetch node from Hash Map and set as current.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Stack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(self.history):To store a history of played songs, allowing the user to go backward. This is a LIFO (Last-In, First-Out) behavior.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Time &amp; Space Complexity (Brief)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Insertion (DLL):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O(1)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Deletion (DLL):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O(1)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Search (Hash Map):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O(1) average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Traversal (DLL):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O(n)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Space: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O(n) for DLL + O(n) for Hash Map → </a:t>
            </a: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O(n)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total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182880" lvl="0" indent="-9144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endParaRPr sz="2300"/>
          </a:p>
        </p:txBody>
      </p:sp>
      <p:pic>
        <p:nvPicPr>
          <p:cNvPr id="134" name="Google Shape;134;p6" title="Gemini_Generated_Image_xzfp6xxzfp6xxzf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300" y="1951688"/>
            <a:ext cx="3950200" cy="412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System Architecture / Workflow</a:t>
            </a:r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11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User selects action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(Add, Delete, Search, Play).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Control Layer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interprets the command.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For Add/Delete: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Updates the </a:t>
            </a: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Doubly Linked List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(physical playlist).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Updates the </a:t>
            </a: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 Map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(index for fast lookup).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For Search: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 Map instantly returns the song node.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For Play: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 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playing.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UI displays updated playlist or playback details.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82880" lvl="0" indent="-91440" algn="l" rtl="0">
              <a:lnSpc>
                <a:spcPct val="8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endParaRPr sz="2000"/>
          </a:p>
        </p:txBody>
      </p:sp>
      <p:pic>
        <p:nvPicPr>
          <p:cNvPr id="141" name="Google Shape;141;p7" title="Gemini_Generated_Image_1dtvs11dtvs11dt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6176" y="1952875"/>
            <a:ext cx="4178849" cy="417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/>
              <a:t>Implementation</a:t>
            </a:r>
            <a:br>
              <a:rPr lang="en-US" b="1"/>
            </a:br>
            <a:endParaRPr/>
          </a:p>
        </p:txBody>
      </p:sp>
      <p:sp>
        <p:nvSpPr>
          <p:cNvPr id="147" name="Google Shape;147;p8"/>
          <p:cNvSpPr txBox="1">
            <a:spLocks noGrp="1"/>
          </p:cNvSpPr>
          <p:nvPr>
            <p:ph type="body" idx="1"/>
          </p:nvPr>
        </p:nvSpPr>
        <p:spPr>
          <a:xfrm>
            <a:off x="716447" y="14176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9144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rPr lang="en-US"/>
              <a:t>🔹 Core Structures (DLL + Hash Map)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1666875" y="2515263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6404750" y="1417600"/>
            <a:ext cx="3000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🔹 </a:t>
            </a:r>
            <a:r>
              <a:rPr lang="en-US" dirty="0" smtClean="0"/>
              <a:t> Search(Fetching from node)</a:t>
            </a:r>
            <a:endParaRPr dirty="0"/>
          </a:p>
        </p:txBody>
      </p:sp>
      <p:sp>
        <p:nvSpPr>
          <p:cNvPr id="152" name="Google Shape;152;p8"/>
          <p:cNvSpPr txBox="1"/>
          <p:nvPr/>
        </p:nvSpPr>
        <p:spPr>
          <a:xfrm>
            <a:off x="1021350" y="41306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🔹 Play Next / Previous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261" y="2048301"/>
            <a:ext cx="2630178" cy="21431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261" y="4703725"/>
            <a:ext cx="3446493" cy="21086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664" y="2033200"/>
            <a:ext cx="3665268" cy="4633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/>
              <a:t>Demonstration</a:t>
            </a:r>
            <a:endParaRPr/>
          </a:p>
        </p:txBody>
      </p:sp>
      <p:pic>
        <p:nvPicPr>
          <p:cNvPr id="159" name="Google Shape;15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975" y="1691322"/>
            <a:ext cx="5509148" cy="486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/>
              <a:t>Results</a:t>
            </a:r>
            <a:br>
              <a:rPr lang="en-US" b="1"/>
            </a:br>
            <a:endParaRPr/>
          </a:p>
        </p:txBody>
      </p:sp>
      <p:sp>
        <p:nvSpPr>
          <p:cNvPr id="165" name="Google Shape;165;p10"/>
          <p:cNvSpPr txBox="1">
            <a:spLocks noGrp="1"/>
          </p:cNvSpPr>
          <p:nvPr>
            <p:ph type="body" idx="1"/>
          </p:nvPr>
        </p:nvSpPr>
        <p:spPr>
          <a:xfrm>
            <a:off x="1261875" y="1828800"/>
            <a:ext cx="8963100" cy="46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✔ Outputs Generated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Successfully adds, deletes, searches, and displays songs.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Allows navigation using </a:t>
            </a: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Next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Previous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Maintains playlist order using </a:t>
            </a: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Linked List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+ fast lookup using </a:t>
            </a: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Hash Map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Generates clear console messages and demo interactions.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✔ Features Achieved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Add / Remove Songs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in O(1) using linked list + hash map combo.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Fast Search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by song name using hash map.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Play Next / Previous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using doubly linked navigation.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Efficient storage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of playlist without duplicates.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Maintains current song pointer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for smooth browsing.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⚠ Limitations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No persistent storage (playlist resets when program closes).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Limited error handling for invalid inputs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/>
              <a:t>Conclusion</a:t>
            </a:r>
            <a:br>
              <a:rPr lang="en-US" b="1"/>
            </a:br>
            <a:endParaRPr/>
          </a:p>
        </p:txBody>
      </p:sp>
      <p:sp>
        <p:nvSpPr>
          <p:cNvPr id="171" name="Google Shape;171;p11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>📌 Summary of the Project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Developed a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Music Playlist Manager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using Python, Linked List, and Hash Map to efficiently store, navigate, and search songs. The system supports adding, removing, and browsing through a playlist in an organized way.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>📌 What Was Achieved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Designed an efficient playlist structure using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Doubly Linked List + Hash Map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Implemented key features: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Search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Play Next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Play Previous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Achieved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O(1) search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smooth navigation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between songs.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Built a clean, modular and optimized code structure.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>📌 Learning Outcomes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Understood real-world use of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Linked Lists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for dynamic data management.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Learned how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Hash Maps enhance speed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by enabling instant lookups.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Practiced algorithm design, pointer manipulation, and complexity analysis.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Gained experience structuring a complete DSA-based Python project.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Widescreen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 Mono</vt:lpstr>
      <vt:lpstr>Noto Sans Symbols</vt:lpstr>
      <vt:lpstr>Arial</vt:lpstr>
      <vt:lpstr>Courier New</vt:lpstr>
      <vt:lpstr>Century Schoolbook</vt:lpstr>
      <vt:lpstr>View</vt:lpstr>
      <vt:lpstr>View</vt:lpstr>
      <vt:lpstr>Music Playlist Manager</vt:lpstr>
      <vt:lpstr>Introduction</vt:lpstr>
      <vt:lpstr>Problem Statement </vt:lpstr>
      <vt:lpstr>System Requirements / Tools Used</vt:lpstr>
      <vt:lpstr>Data Structures Used</vt:lpstr>
      <vt:lpstr>Algorithm Design </vt:lpstr>
      <vt:lpstr>System Architecture / Workflow</vt:lpstr>
      <vt:lpstr>Implementation </vt:lpstr>
      <vt:lpstr>Demonstration</vt:lpstr>
      <vt:lpstr>Results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Playlist Manager</dc:title>
  <dc:creator>student</dc:creator>
  <cp:lastModifiedBy>PC</cp:lastModifiedBy>
  <cp:revision>1</cp:revision>
  <dcterms:created xsi:type="dcterms:W3CDTF">2025-11-14T09:03:48Z</dcterms:created>
  <dcterms:modified xsi:type="dcterms:W3CDTF">2025-11-15T03:38:07Z</dcterms:modified>
</cp:coreProperties>
</file>