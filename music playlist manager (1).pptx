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2000"/>
  <p:notesSz cx="6858000" cy="9144000"/>
  <p:embeddedFontLst>
    <p:embeddedFont>
      <p:font typeface="Century Schoolbook"/>
      <p:regular r:id="rId17"/>
      <p:bold r:id="rId18"/>
      <p:italic r:id="rId19"/>
      <p:boldItalic r:id="rId20"/>
    </p:embeddedFont>
    <p:embeddedFont>
      <p:font typeface="Roboto Mono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5" roundtripDataSignature="AMtx7mhdUDtYsqo9wHaYK1pha6q8Neq7y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CenturySchoolbook-boldItalic.fntdata"/><Relationship Id="rId22" Type="http://schemas.openxmlformats.org/officeDocument/2006/relationships/font" Target="fonts/RobotoMono-bold.fntdata"/><Relationship Id="rId21" Type="http://schemas.openxmlformats.org/officeDocument/2006/relationships/font" Target="fonts/RobotoMono-regular.fntdata"/><Relationship Id="rId24" Type="http://schemas.openxmlformats.org/officeDocument/2006/relationships/font" Target="fonts/RobotoMono-boldItalic.fntdata"/><Relationship Id="rId23" Type="http://schemas.openxmlformats.org/officeDocument/2006/relationships/font" Target="fonts/RobotoMono-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25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CenturySchoolbook-regular.fntdata"/><Relationship Id="rId16" Type="http://schemas.openxmlformats.org/officeDocument/2006/relationships/slide" Target="slides/slide11.xml"/><Relationship Id="rId19" Type="http://schemas.openxmlformats.org/officeDocument/2006/relationships/font" Target="fonts/CenturySchoolbook-italic.fntdata"/><Relationship Id="rId18" Type="http://schemas.openxmlformats.org/officeDocument/2006/relationships/font" Target="fonts/CenturySchoolbook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bg>
      <p:bgPr>
        <a:solidFill>
          <a:srgbClr val="17365D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5"/>
          <p:cNvSpPr txBox="1"/>
          <p:nvPr>
            <p:ph type="ctrTitle"/>
          </p:nvPr>
        </p:nvSpPr>
        <p:spPr>
          <a:xfrm>
            <a:off x="1261872" y="758952"/>
            <a:ext cx="9418320" cy="404164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Century Schoolbook"/>
              <a:buNone/>
              <a:defRPr sz="7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5"/>
          <p:cNvSpPr txBox="1"/>
          <p:nvPr>
            <p:ph idx="1" type="subTitle"/>
          </p:nvPr>
        </p:nvSpPr>
        <p:spPr>
          <a:xfrm>
            <a:off x="1261872" y="4800600"/>
            <a:ext cx="9418320" cy="1691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760"/>
              <a:buNone/>
              <a:defRPr sz="2200">
                <a:solidFill>
                  <a:srgbClr val="BFBFBF"/>
                </a:solidFill>
              </a:defRPr>
            </a:lvl1pPr>
            <a:lvl2pPr lvl="1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200"/>
              <a:buNone/>
              <a:defRPr sz="2200"/>
            </a:lvl2pPr>
            <a:lvl3pPr lvl="2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200"/>
              <a:buNone/>
              <a:defRPr sz="2200"/>
            </a:lvl3pPr>
            <a:lvl4pPr lvl="3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5" name="Google Shape;15;p15"/>
          <p:cNvSpPr txBox="1"/>
          <p:nvPr>
            <p:ph idx="10" type="dt"/>
          </p:nvPr>
        </p:nvSpPr>
        <p:spPr>
          <a:xfrm rot="-5400000">
            <a:off x="10797542" y="998537"/>
            <a:ext cx="19049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7F7F7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5"/>
          <p:cNvSpPr txBox="1"/>
          <p:nvPr>
            <p:ph idx="11" type="ftr"/>
          </p:nvPr>
        </p:nvSpPr>
        <p:spPr>
          <a:xfrm rot="-5400000">
            <a:off x="9959341" y="4046537"/>
            <a:ext cx="3581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A5A5A5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5"/>
          <p:cNvSpPr txBox="1"/>
          <p:nvPr>
            <p:ph idx="12" type="sldNum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indent="0" lvl="0" mar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0" lvl="1" mar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0" lvl="2" mar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0" lvl="3" mar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0" lvl="4" mar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0" lvl="5" mar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0" lvl="6" mar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0" lvl="7" mar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0" lvl="8" mar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" name="Google Shape;18;p15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6"/>
          <p:cNvSpPr txBox="1"/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6"/>
          <p:cNvSpPr txBox="1"/>
          <p:nvPr>
            <p:ph idx="1" type="body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44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2pPr>
            <a:lvl3pPr indent="-3429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3pPr>
            <a:lvl4pPr indent="-3429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5pPr>
            <a:lvl6pPr indent="-3429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6pPr>
            <a:lvl7pPr indent="-3429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8pPr>
            <a:lvl9pPr indent="-3429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800"/>
              <a:buChar char="●"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0" type="dt"/>
          </p:nvPr>
        </p:nvSpPr>
        <p:spPr>
          <a:xfrm rot="-5400000">
            <a:off x="10797542" y="998537"/>
            <a:ext cx="19049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6"/>
          <p:cNvSpPr txBox="1"/>
          <p:nvPr>
            <p:ph idx="11" type="ftr"/>
          </p:nvPr>
        </p:nvSpPr>
        <p:spPr>
          <a:xfrm rot="-5400000">
            <a:off x="9959341" y="4046537"/>
            <a:ext cx="3581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2" type="sldNum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bg>
      <p:bgPr>
        <a:solidFill>
          <a:srgbClr val="17365D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4"/>
          <p:cNvSpPr txBox="1"/>
          <p:nvPr>
            <p:ph type="ctrTitle"/>
          </p:nvPr>
        </p:nvSpPr>
        <p:spPr>
          <a:xfrm>
            <a:off x="1261872" y="758952"/>
            <a:ext cx="9418320" cy="404164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Century Schoolbook"/>
              <a:buNone/>
              <a:defRPr sz="7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4"/>
          <p:cNvSpPr txBox="1"/>
          <p:nvPr>
            <p:ph idx="1" type="subTitle"/>
          </p:nvPr>
        </p:nvSpPr>
        <p:spPr>
          <a:xfrm>
            <a:off x="1261872" y="4800600"/>
            <a:ext cx="9418320" cy="1691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760"/>
              <a:buNone/>
              <a:defRPr sz="2200">
                <a:solidFill>
                  <a:srgbClr val="BFBFBF"/>
                </a:solidFill>
              </a:defRPr>
            </a:lvl1pPr>
            <a:lvl2pPr lvl="1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200"/>
              <a:buNone/>
              <a:defRPr sz="2200"/>
            </a:lvl2pPr>
            <a:lvl3pPr lvl="2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200"/>
              <a:buNone/>
              <a:defRPr sz="2200"/>
            </a:lvl3pPr>
            <a:lvl4pPr lvl="3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5" name="Google Shape;35;p14"/>
          <p:cNvSpPr txBox="1"/>
          <p:nvPr>
            <p:ph idx="10" type="dt"/>
          </p:nvPr>
        </p:nvSpPr>
        <p:spPr>
          <a:xfrm rot="-5400000">
            <a:off x="10797542" y="998537"/>
            <a:ext cx="19049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7F7F7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4"/>
          <p:cNvSpPr txBox="1"/>
          <p:nvPr>
            <p:ph idx="11" type="ftr"/>
          </p:nvPr>
        </p:nvSpPr>
        <p:spPr>
          <a:xfrm rot="-5400000">
            <a:off x="9959341" y="4046537"/>
            <a:ext cx="3581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A5A5A5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4"/>
          <p:cNvSpPr txBox="1"/>
          <p:nvPr>
            <p:ph idx="12" type="sldNum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indent="0" lvl="0" mar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0" lvl="1" mar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0" lvl="2" mar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0" lvl="3" mar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0" lvl="4" mar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0" lvl="5" mar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0" lvl="6" mar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0" lvl="7" mar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0" lvl="8" mar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A5A5A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" name="Google Shape;38;p14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7"/>
          <p:cNvSpPr txBox="1"/>
          <p:nvPr>
            <p:ph type="title"/>
          </p:nvPr>
        </p:nvSpPr>
        <p:spPr>
          <a:xfrm>
            <a:off x="1261872" y="758952"/>
            <a:ext cx="9418320" cy="404164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Century Schoolbook"/>
              <a:buNone/>
              <a:defRPr b="0" sz="7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17"/>
          <p:cNvSpPr txBox="1"/>
          <p:nvPr>
            <p:ph idx="1" type="body"/>
          </p:nvPr>
        </p:nvSpPr>
        <p:spPr>
          <a:xfrm>
            <a:off x="1261872" y="4800600"/>
            <a:ext cx="9418320" cy="1691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760"/>
              <a:buNone/>
              <a:defRPr sz="2200">
                <a:solidFill>
                  <a:srgbClr val="595959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2" name="Google Shape;42;p17"/>
          <p:cNvSpPr txBox="1"/>
          <p:nvPr>
            <p:ph idx="10" type="dt"/>
          </p:nvPr>
        </p:nvSpPr>
        <p:spPr>
          <a:xfrm rot="-5400000">
            <a:off x="10797542" y="998537"/>
            <a:ext cx="19049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7"/>
          <p:cNvSpPr txBox="1"/>
          <p:nvPr>
            <p:ph idx="11" type="ftr"/>
          </p:nvPr>
        </p:nvSpPr>
        <p:spPr>
          <a:xfrm rot="-5400000">
            <a:off x="9959341" y="4046537"/>
            <a:ext cx="3581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7"/>
          <p:cNvSpPr txBox="1"/>
          <p:nvPr>
            <p:ph idx="12" type="sldNum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" name="Google Shape;45;p1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8"/>
          <p:cNvSpPr txBox="1"/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8"/>
          <p:cNvSpPr txBox="1"/>
          <p:nvPr>
            <p:ph idx="1" type="body"/>
          </p:nvPr>
        </p:nvSpPr>
        <p:spPr>
          <a:xfrm>
            <a:off x="1261872" y="1828800"/>
            <a:ext cx="4480560" cy="43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440"/>
              <a:buChar char="•"/>
              <a:defRPr sz="1800"/>
            </a:lvl1pPr>
            <a:lvl2pPr indent="-3302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●"/>
              <a:defRPr sz="1600"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●"/>
              <a:defRPr sz="1400"/>
            </a:lvl9pPr>
          </a:lstStyle>
          <a:p/>
        </p:txBody>
      </p:sp>
      <p:sp>
        <p:nvSpPr>
          <p:cNvPr id="49" name="Google Shape;49;p18"/>
          <p:cNvSpPr txBox="1"/>
          <p:nvPr>
            <p:ph idx="2" type="body"/>
          </p:nvPr>
        </p:nvSpPr>
        <p:spPr>
          <a:xfrm>
            <a:off x="6126480" y="1828800"/>
            <a:ext cx="4480560" cy="43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440"/>
              <a:buChar char="•"/>
              <a:defRPr sz="1800"/>
            </a:lvl1pPr>
            <a:lvl2pPr indent="-3302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●"/>
              <a:defRPr sz="1600"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●"/>
              <a:defRPr sz="1400"/>
            </a:lvl9pPr>
          </a:lstStyle>
          <a:p/>
        </p:txBody>
      </p:sp>
      <p:sp>
        <p:nvSpPr>
          <p:cNvPr id="50" name="Google Shape;50;p18"/>
          <p:cNvSpPr txBox="1"/>
          <p:nvPr>
            <p:ph idx="10" type="dt"/>
          </p:nvPr>
        </p:nvSpPr>
        <p:spPr>
          <a:xfrm rot="-5400000">
            <a:off x="10797542" y="998537"/>
            <a:ext cx="19049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1" type="ftr"/>
          </p:nvPr>
        </p:nvSpPr>
        <p:spPr>
          <a:xfrm rot="-5400000">
            <a:off x="9959341" y="4046537"/>
            <a:ext cx="3581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2" type="sldNum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9"/>
          <p:cNvSpPr txBox="1"/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9"/>
          <p:cNvSpPr txBox="1"/>
          <p:nvPr>
            <p:ph idx="1" type="body"/>
          </p:nvPr>
        </p:nvSpPr>
        <p:spPr>
          <a:xfrm>
            <a:off x="1261872" y="1713655"/>
            <a:ext cx="4480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b="0" sz="2000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6" name="Google Shape;56;p19"/>
          <p:cNvSpPr txBox="1"/>
          <p:nvPr>
            <p:ph idx="2" type="body"/>
          </p:nvPr>
        </p:nvSpPr>
        <p:spPr>
          <a:xfrm>
            <a:off x="1261872" y="2507550"/>
            <a:ext cx="4480560" cy="3664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440"/>
              <a:buChar char="•"/>
              <a:defRPr sz="1800"/>
            </a:lvl1pPr>
            <a:lvl2pPr indent="-3302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●"/>
              <a:defRPr sz="1600"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●"/>
              <a:defRPr sz="1400"/>
            </a:lvl9pPr>
          </a:lstStyle>
          <a:p/>
        </p:txBody>
      </p:sp>
      <p:sp>
        <p:nvSpPr>
          <p:cNvPr id="57" name="Google Shape;57;p19"/>
          <p:cNvSpPr txBox="1"/>
          <p:nvPr>
            <p:ph idx="3" type="body"/>
          </p:nvPr>
        </p:nvSpPr>
        <p:spPr>
          <a:xfrm>
            <a:off x="6126480" y="1713655"/>
            <a:ext cx="4480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b="0" sz="2000">
                <a:solidFill>
                  <a:schemeClr val="dk2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8" name="Google Shape;58;p19"/>
          <p:cNvSpPr txBox="1"/>
          <p:nvPr>
            <p:ph idx="4" type="body"/>
          </p:nvPr>
        </p:nvSpPr>
        <p:spPr>
          <a:xfrm>
            <a:off x="6126480" y="2507550"/>
            <a:ext cx="4480560" cy="3664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440"/>
              <a:buChar char="•"/>
              <a:defRPr sz="1800"/>
            </a:lvl1pPr>
            <a:lvl2pPr indent="-3302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●"/>
              <a:defRPr sz="1600"/>
            </a:lvl2pPr>
            <a:lvl3pPr indent="-3175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●"/>
              <a:defRPr sz="1400"/>
            </a:lvl9pPr>
          </a:lstStyle>
          <a:p/>
        </p:txBody>
      </p:sp>
      <p:sp>
        <p:nvSpPr>
          <p:cNvPr id="59" name="Google Shape;59;p19"/>
          <p:cNvSpPr txBox="1"/>
          <p:nvPr>
            <p:ph idx="10" type="dt"/>
          </p:nvPr>
        </p:nvSpPr>
        <p:spPr>
          <a:xfrm rot="-5400000">
            <a:off x="10797542" y="998537"/>
            <a:ext cx="19049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1" type="ftr"/>
          </p:nvPr>
        </p:nvSpPr>
        <p:spPr>
          <a:xfrm rot="-5400000">
            <a:off x="9959341" y="4046537"/>
            <a:ext cx="3581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9"/>
          <p:cNvSpPr txBox="1"/>
          <p:nvPr>
            <p:ph idx="12" type="sldNum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0"/>
          <p:cNvSpPr txBox="1"/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0"/>
          <p:cNvSpPr txBox="1"/>
          <p:nvPr>
            <p:ph idx="10" type="dt"/>
          </p:nvPr>
        </p:nvSpPr>
        <p:spPr>
          <a:xfrm rot="-5400000">
            <a:off x="10797542" y="998537"/>
            <a:ext cx="19049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0"/>
          <p:cNvSpPr txBox="1"/>
          <p:nvPr>
            <p:ph idx="11" type="ftr"/>
          </p:nvPr>
        </p:nvSpPr>
        <p:spPr>
          <a:xfrm rot="-5400000">
            <a:off x="9959341" y="4046537"/>
            <a:ext cx="3581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idx="12" type="sldNum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1"/>
          <p:cNvSpPr txBox="1"/>
          <p:nvPr>
            <p:ph idx="10" type="dt"/>
          </p:nvPr>
        </p:nvSpPr>
        <p:spPr>
          <a:xfrm rot="-5400000">
            <a:off x="10797542" y="998537"/>
            <a:ext cx="19049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1"/>
          <p:cNvSpPr txBox="1"/>
          <p:nvPr>
            <p:ph idx="11" type="ftr"/>
          </p:nvPr>
        </p:nvSpPr>
        <p:spPr>
          <a:xfrm rot="-5400000">
            <a:off x="9959341" y="4046537"/>
            <a:ext cx="3581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2" type="sldNum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2"/>
          <p:cNvSpPr txBox="1"/>
          <p:nvPr>
            <p:ph type="title"/>
          </p:nvPr>
        </p:nvSpPr>
        <p:spPr>
          <a:xfrm>
            <a:off x="841248" y="457200"/>
            <a:ext cx="3200400" cy="160019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Schoolbook"/>
              <a:buNone/>
              <a:defRPr b="0"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" type="body"/>
          </p:nvPr>
        </p:nvSpPr>
        <p:spPr>
          <a:xfrm>
            <a:off x="4504267" y="685800"/>
            <a:ext cx="6079066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600"/>
              <a:buChar char="•"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 sz="1800"/>
            </a:lvl2pPr>
            <a:lvl3pPr indent="-3302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●"/>
              <a:defRPr sz="1600"/>
            </a:lvl3pPr>
            <a:lvl4pPr indent="-3175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 sz="1400"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●"/>
              <a:defRPr sz="1400"/>
            </a:lvl9pPr>
          </a:lstStyle>
          <a:p/>
        </p:txBody>
      </p:sp>
      <p:sp>
        <p:nvSpPr>
          <p:cNvPr id="74" name="Google Shape;74;p22"/>
          <p:cNvSpPr txBox="1"/>
          <p:nvPr>
            <p:ph idx="2" type="body"/>
          </p:nvPr>
        </p:nvSpPr>
        <p:spPr>
          <a:xfrm>
            <a:off x="841248" y="2099734"/>
            <a:ext cx="3200400" cy="38100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  <a:buSzPts val="1040"/>
              <a:buNone/>
              <a:defRPr sz="1300"/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5" name="Google Shape;75;p22"/>
          <p:cNvSpPr txBox="1"/>
          <p:nvPr>
            <p:ph idx="10" type="dt"/>
          </p:nvPr>
        </p:nvSpPr>
        <p:spPr>
          <a:xfrm rot="-5400000">
            <a:off x="10797542" y="998537"/>
            <a:ext cx="19049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11" type="ftr"/>
          </p:nvPr>
        </p:nvSpPr>
        <p:spPr>
          <a:xfrm rot="-5400000">
            <a:off x="9959341" y="4046537"/>
            <a:ext cx="3581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idx="12" type="sldNum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3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23"/>
          <p:cNvSpPr txBox="1"/>
          <p:nvPr>
            <p:ph type="title"/>
          </p:nvPr>
        </p:nvSpPr>
        <p:spPr>
          <a:xfrm>
            <a:off x="914400" y="5257800"/>
            <a:ext cx="9982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entury Schoolbook"/>
              <a:buNone/>
              <a:defRPr b="0" sz="2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3"/>
          <p:cNvSpPr/>
          <p:nvPr>
            <p:ph idx="2" type="pic"/>
          </p:nvPr>
        </p:nvSpPr>
        <p:spPr>
          <a:xfrm>
            <a:off x="0" y="0"/>
            <a:ext cx="11292840" cy="51289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82" name="Google Shape;82;p23"/>
          <p:cNvSpPr txBox="1"/>
          <p:nvPr>
            <p:ph idx="1" type="body"/>
          </p:nvPr>
        </p:nvSpPr>
        <p:spPr>
          <a:xfrm>
            <a:off x="914400" y="6108589"/>
            <a:ext cx="9982200" cy="59701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40"/>
              <a:buNone/>
              <a:defRPr sz="1300">
                <a:solidFill>
                  <a:srgbClr val="D8D8D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83" name="Google Shape;83;p23"/>
          <p:cNvSpPr txBox="1"/>
          <p:nvPr>
            <p:ph idx="10" type="dt"/>
          </p:nvPr>
        </p:nvSpPr>
        <p:spPr>
          <a:xfrm rot="-5400000">
            <a:off x="10797542" y="998537"/>
            <a:ext cx="19049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3"/>
          <p:cNvSpPr txBox="1"/>
          <p:nvPr>
            <p:ph idx="11" type="ftr"/>
          </p:nvPr>
        </p:nvSpPr>
        <p:spPr>
          <a:xfrm rot="-5400000">
            <a:off x="9959341" y="4046537"/>
            <a:ext cx="3581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23"/>
          <p:cNvSpPr txBox="1"/>
          <p:nvPr>
            <p:ph idx="12" type="sldNum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4"/>
          <p:cNvSpPr txBox="1"/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4"/>
          <p:cNvSpPr txBox="1"/>
          <p:nvPr>
            <p:ph idx="1" type="body"/>
          </p:nvPr>
        </p:nvSpPr>
        <p:spPr>
          <a:xfrm rot="5400000">
            <a:off x="3383884" y="-293212"/>
            <a:ext cx="4351337" cy="8595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44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2pPr>
            <a:lvl3pPr indent="-3429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3pPr>
            <a:lvl4pPr indent="-3429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5pPr>
            <a:lvl6pPr indent="-3429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6pPr>
            <a:lvl7pPr indent="-3429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8pPr>
            <a:lvl9pPr indent="-3429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800"/>
              <a:buChar char="●"/>
              <a:defRPr/>
            </a:lvl9pPr>
          </a:lstStyle>
          <a:p/>
        </p:txBody>
      </p:sp>
      <p:sp>
        <p:nvSpPr>
          <p:cNvPr id="89" name="Google Shape;89;p24"/>
          <p:cNvSpPr txBox="1"/>
          <p:nvPr>
            <p:ph idx="10" type="dt"/>
          </p:nvPr>
        </p:nvSpPr>
        <p:spPr>
          <a:xfrm rot="-5400000">
            <a:off x="10797542" y="998537"/>
            <a:ext cx="19049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24"/>
          <p:cNvSpPr txBox="1"/>
          <p:nvPr>
            <p:ph idx="11" type="ftr"/>
          </p:nvPr>
        </p:nvSpPr>
        <p:spPr>
          <a:xfrm rot="-5400000">
            <a:off x="9959341" y="4046537"/>
            <a:ext cx="3581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5"/>
          <p:cNvSpPr txBox="1"/>
          <p:nvPr>
            <p:ph type="title"/>
          </p:nvPr>
        </p:nvSpPr>
        <p:spPr>
          <a:xfrm rot="5400000">
            <a:off x="6938169" y="2091531"/>
            <a:ext cx="5897562" cy="2476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25"/>
          <p:cNvSpPr txBox="1"/>
          <p:nvPr>
            <p:ph idx="1" type="body"/>
          </p:nvPr>
        </p:nvSpPr>
        <p:spPr>
          <a:xfrm rot="5400000">
            <a:off x="1680369" y="-537369"/>
            <a:ext cx="5897562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44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2pPr>
            <a:lvl3pPr indent="-3429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3pPr>
            <a:lvl4pPr indent="-3429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5pPr>
            <a:lvl6pPr indent="-3429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6pPr>
            <a:lvl7pPr indent="-3429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●"/>
              <a:defRPr/>
            </a:lvl8pPr>
            <a:lvl9pPr indent="-342900" lvl="8" marL="41148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800"/>
              <a:buChar char="●"/>
              <a:defRPr/>
            </a:lvl9pPr>
          </a:lstStyle>
          <a:p/>
        </p:txBody>
      </p:sp>
      <p:sp>
        <p:nvSpPr>
          <p:cNvPr id="95" name="Google Shape;95;p25"/>
          <p:cNvSpPr txBox="1"/>
          <p:nvPr>
            <p:ph idx="10" type="dt"/>
          </p:nvPr>
        </p:nvSpPr>
        <p:spPr>
          <a:xfrm rot="-5400000">
            <a:off x="10797542" y="998537"/>
            <a:ext cx="19049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25"/>
          <p:cNvSpPr txBox="1"/>
          <p:nvPr>
            <p:ph idx="11" type="ftr"/>
          </p:nvPr>
        </p:nvSpPr>
        <p:spPr>
          <a:xfrm rot="-5400000">
            <a:off x="9959341" y="4046537"/>
            <a:ext cx="3581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25"/>
          <p:cNvSpPr txBox="1"/>
          <p:nvPr>
            <p:ph idx="12" type="sldNum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11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10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rgbClr val="C4BD9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" name="Google Shape;7;p13"/>
          <p:cNvSpPr txBox="1"/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entury Schoolbook"/>
              <a:buNone/>
              <a:defRPr b="0" i="0" sz="44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" name="Google Shape;8;p13"/>
          <p:cNvSpPr txBox="1"/>
          <p:nvPr>
            <p:ph idx="1" type="body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marR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accent1"/>
              </a:buClr>
              <a:buSzPts val="144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-330200" lvl="1" marL="9144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●"/>
              <a:defRPr b="0" i="0" sz="1600" u="none" cap="none" strike="noStrike">
                <a:solidFill>
                  <a:srgbClr val="FEFEFE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●"/>
              <a:defRPr b="0" i="0" sz="1400" u="none" cap="none" strike="noStrike">
                <a:solidFill>
                  <a:srgbClr val="FEFEFE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●"/>
              <a:defRPr b="0" i="0" sz="1400" u="none" cap="none" strike="noStrike">
                <a:solidFill>
                  <a:srgbClr val="FEFEFE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●"/>
              <a:defRPr b="0" i="0" sz="1400" u="none" cap="none" strike="noStrike">
                <a:solidFill>
                  <a:srgbClr val="FEFEFE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●"/>
              <a:defRPr b="0" i="0" sz="1400" u="none" cap="none" strike="noStrike">
                <a:solidFill>
                  <a:srgbClr val="FEFEFE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●"/>
              <a:defRPr b="0" i="0" sz="1400" u="none" cap="none" strike="noStrike">
                <a:solidFill>
                  <a:srgbClr val="FEFEFE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●"/>
              <a:defRPr b="0" i="0" sz="1400" u="none" cap="none" strike="noStrike">
                <a:solidFill>
                  <a:srgbClr val="FEFEFE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ts val="1400"/>
              <a:buFont typeface="Noto Sans Symbols"/>
              <a:buChar char="●"/>
              <a:defRPr b="0" i="0" sz="1400" u="none" cap="none" strike="noStrike">
                <a:solidFill>
                  <a:srgbClr val="FEFEFE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/>
        </p:txBody>
      </p:sp>
      <p:sp>
        <p:nvSpPr>
          <p:cNvPr id="9" name="Google Shape;9;p13"/>
          <p:cNvSpPr txBox="1"/>
          <p:nvPr>
            <p:ph idx="10" type="dt"/>
          </p:nvPr>
        </p:nvSpPr>
        <p:spPr>
          <a:xfrm rot="-5400000">
            <a:off x="10797542" y="998537"/>
            <a:ext cx="19049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50" u="none" cap="none" strike="noStrike">
                <a:solidFill>
                  <a:srgbClr val="FBFAF8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/>
        </p:txBody>
      </p:sp>
      <p:sp>
        <p:nvSpPr>
          <p:cNvPr id="10" name="Google Shape;10;p13"/>
          <p:cNvSpPr txBox="1"/>
          <p:nvPr>
            <p:ph idx="11" type="ftr"/>
          </p:nvPr>
        </p:nvSpPr>
        <p:spPr>
          <a:xfrm rot="-5400000">
            <a:off x="9959341" y="4046537"/>
            <a:ext cx="3581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50" u="none" cap="none" strike="noStrike">
                <a:solidFill>
                  <a:srgbClr val="FBFAF8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/>
        </p:txBody>
      </p:sp>
      <p:sp>
        <p:nvSpPr>
          <p:cNvPr id="11" name="Google Shape;11;p13"/>
          <p:cNvSpPr txBox="1"/>
          <p:nvPr>
            <p:ph idx="12" type="sldNum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indent="0" lvl="0" marL="0" marR="0" rt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F4F3EC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0" lvl="1" marL="0" marR="0" rt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F4F3EC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0" lvl="2" marL="0" marR="0" rt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F4F3EC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0" lvl="3" marL="0" marR="0" rt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F4F3EC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0" lvl="4" marL="0" marR="0" rt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F4F3EC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0" lvl="5" marL="0" marR="0" rt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F4F3EC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0" lvl="6" marL="0" marR="0" rt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F4F3EC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0" lvl="7" marL="0" marR="0" rt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F4F3EC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0" lvl="8" marL="0" marR="0" rt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F4F3EC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2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2"/>
          <p:cNvSpPr txBox="1"/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entury Schoolbook"/>
              <a:buNone/>
              <a:defRPr b="0" i="0" sz="44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2" name="Google Shape;22;p12"/>
          <p:cNvSpPr txBox="1"/>
          <p:nvPr>
            <p:ph idx="1" type="body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marR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accent1"/>
              </a:buClr>
              <a:buSzPts val="144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-330200" lvl="1" marL="9144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●"/>
              <a:defRPr b="0" i="0" sz="1600" u="none" cap="none" strike="noStrike">
                <a:solidFill>
                  <a:srgbClr val="262626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●"/>
              <a:defRPr b="0" i="0" sz="1400" u="none" cap="none" strike="noStrike">
                <a:solidFill>
                  <a:srgbClr val="262626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●"/>
              <a:defRPr b="0" i="0" sz="1400" u="none" cap="none" strike="noStrike">
                <a:solidFill>
                  <a:srgbClr val="262626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●"/>
              <a:defRPr b="0" i="0" sz="1400" u="none" cap="none" strike="noStrike">
                <a:solidFill>
                  <a:srgbClr val="262626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●"/>
              <a:defRPr b="0" i="0" sz="1400" u="none" cap="none" strike="noStrike">
                <a:solidFill>
                  <a:srgbClr val="262626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●"/>
              <a:defRPr b="0" i="0" sz="1400" u="none" cap="none" strike="noStrike">
                <a:solidFill>
                  <a:srgbClr val="262626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●"/>
              <a:defRPr b="0" i="0" sz="1400" u="none" cap="none" strike="noStrike">
                <a:solidFill>
                  <a:srgbClr val="262626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ts val="1400"/>
              <a:buFont typeface="Noto Sans Symbols"/>
              <a:buChar char="●"/>
              <a:defRPr b="0" i="0" sz="1400" u="none" cap="none" strike="noStrike">
                <a:solidFill>
                  <a:srgbClr val="262626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/>
        </p:txBody>
      </p:sp>
      <p:sp>
        <p:nvSpPr>
          <p:cNvPr id="23" name="Google Shape;23;p12"/>
          <p:cNvSpPr txBox="1"/>
          <p:nvPr>
            <p:ph idx="10" type="dt"/>
          </p:nvPr>
        </p:nvSpPr>
        <p:spPr>
          <a:xfrm rot="-5400000">
            <a:off x="10797542" y="998537"/>
            <a:ext cx="190499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50" u="none" cap="none" strike="noStrike">
                <a:solidFill>
                  <a:srgbClr val="C5D8F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/>
        </p:txBody>
      </p:sp>
      <p:sp>
        <p:nvSpPr>
          <p:cNvPr id="24" name="Google Shape;24;p12"/>
          <p:cNvSpPr txBox="1"/>
          <p:nvPr>
            <p:ph idx="11" type="ftr"/>
          </p:nvPr>
        </p:nvSpPr>
        <p:spPr>
          <a:xfrm rot="-5400000">
            <a:off x="9959341" y="4046537"/>
            <a:ext cx="3581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50" u="none" cap="none" strike="noStrike">
                <a:solidFill>
                  <a:srgbClr val="C5D8F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/>
        </p:txBody>
      </p:sp>
      <p:sp>
        <p:nvSpPr>
          <p:cNvPr id="25" name="Google Shape;25;p12"/>
          <p:cNvSpPr txBox="1"/>
          <p:nvPr>
            <p:ph idx="12" type="sldNum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indent="0" lvl="0" marL="0" marR="0" rt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538CD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1pPr>
            <a:lvl2pPr indent="0" lvl="1" marL="0" marR="0" rt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538CD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2pPr>
            <a:lvl3pPr indent="0" lvl="2" marL="0" marR="0" rt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538CD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3pPr>
            <a:lvl4pPr indent="0" lvl="3" marL="0" marR="0" rt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538CD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4pPr>
            <a:lvl5pPr indent="0" lvl="4" marL="0" marR="0" rt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538CD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5pPr>
            <a:lvl6pPr indent="0" lvl="5" marL="0" marR="0" rt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538CD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6pPr>
            <a:lvl7pPr indent="0" lvl="6" marL="0" marR="0" rt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538CD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7pPr>
            <a:lvl8pPr indent="0" lvl="7" marL="0" marR="0" rt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538CD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8pPr>
            <a:lvl9pPr indent="0" lvl="8" marL="0" marR="0" rtl="0" algn="ctr">
              <a:spcBef>
                <a:spcPts val="0"/>
              </a:spcBef>
              <a:buNone/>
              <a:defRPr b="0" i="0" sz="3600" u="none" cap="none" strike="noStrike">
                <a:solidFill>
                  <a:srgbClr val="538CD5"/>
                </a:solidFill>
                <a:latin typeface="Century Schoolbook"/>
                <a:ea typeface="Century Schoolbook"/>
                <a:cs typeface="Century Schoolbook"/>
                <a:sym typeface="Century Schoolbook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/>
          <p:nvPr>
            <p:ph type="ctrTitle"/>
          </p:nvPr>
        </p:nvSpPr>
        <p:spPr>
          <a:xfrm>
            <a:off x="1261872" y="575352"/>
            <a:ext cx="9418200" cy="4041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Century Schoolbook"/>
              <a:buNone/>
            </a:pPr>
            <a:r>
              <a:rPr lang="en-US"/>
              <a:t>Music Playlist Manager</a:t>
            </a:r>
            <a:endParaRPr/>
          </a:p>
        </p:txBody>
      </p:sp>
      <p:sp>
        <p:nvSpPr>
          <p:cNvPr id="103" name="Google Shape;103;p1"/>
          <p:cNvSpPr txBox="1"/>
          <p:nvPr>
            <p:ph idx="1" type="subTitle"/>
          </p:nvPr>
        </p:nvSpPr>
        <p:spPr>
          <a:xfrm>
            <a:off x="1261872" y="4800600"/>
            <a:ext cx="9418320" cy="1691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760"/>
              <a:buNone/>
            </a:pPr>
            <a:r>
              <a:rPr lang="en-US"/>
              <a:t>T</a:t>
            </a:r>
            <a:r>
              <a:rPr lang="en-US"/>
              <a:t>eam Detail</a:t>
            </a:r>
            <a:r>
              <a:rPr lang="en-US"/>
              <a:t>: </a:t>
            </a:r>
            <a:endParaRPr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760"/>
              <a:buNone/>
            </a:pPr>
            <a:r>
              <a:rPr lang="en-US"/>
              <a:t>raunak raj , 41</a:t>
            </a:r>
            <a:endParaRPr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760"/>
              <a:buNone/>
            </a:pPr>
            <a:r>
              <a:rPr lang="en-US"/>
              <a:t>swayam raj , 54</a:t>
            </a:r>
            <a:endParaRPr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760"/>
              <a:buNone/>
            </a:pPr>
            <a:r>
              <a:rPr lang="en-US"/>
              <a:t>akshar adgale , 02</a:t>
            </a:r>
            <a:endParaRPr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760"/>
              <a:buNone/>
            </a:pPr>
            <a:r>
              <a:rPr lang="en-US"/>
              <a:t>prajwal tushark ,56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"/>
          <p:cNvSpPr txBox="1"/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entury Schoolbook"/>
              <a:buNone/>
            </a:pPr>
            <a:r>
              <a:rPr b="1" lang="en-US"/>
              <a:t>Introduction</a:t>
            </a:r>
            <a:endParaRPr/>
          </a:p>
        </p:txBody>
      </p:sp>
      <p:sp>
        <p:nvSpPr>
          <p:cNvPr id="109" name="Google Shape;109;p2"/>
          <p:cNvSpPr txBox="1"/>
          <p:nvPr>
            <p:ph idx="1" type="body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latin typeface="Arial"/>
                <a:ea typeface="Arial"/>
                <a:cs typeface="Arial"/>
                <a:sym typeface="Arial"/>
              </a:rPr>
              <a:t>• Brief Overview:</a:t>
            </a:r>
            <a:br>
              <a:rPr b="1" lang="en-US" sz="1600">
                <a:latin typeface="Arial"/>
                <a:ea typeface="Arial"/>
                <a:cs typeface="Arial"/>
                <a:sym typeface="Arial"/>
              </a:rPr>
            </a:br>
            <a:r>
              <a:rPr lang="en-US" sz="1600">
                <a:latin typeface="Arial"/>
                <a:ea typeface="Arial"/>
                <a:cs typeface="Arial"/>
                <a:sym typeface="Arial"/>
              </a:rPr>
              <a:t> A Music Playlist Manager that uses efficient data structures (mainly Doubly Linked List) to store, organize, and navigate songs. It supports dynamic playlist creation, fast insertion/deletion, and smooth next/previous playback like real music apps.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latin typeface="Arial"/>
                <a:ea typeface="Arial"/>
                <a:cs typeface="Arial"/>
                <a:sym typeface="Arial"/>
              </a:rPr>
              <a:t>• Problem Addressed:</a:t>
            </a:r>
            <a:br>
              <a:rPr b="1" lang="en-US" sz="1600">
                <a:latin typeface="Arial"/>
                <a:ea typeface="Arial"/>
                <a:cs typeface="Arial"/>
                <a:sym typeface="Arial"/>
              </a:rPr>
            </a:br>
            <a:r>
              <a:rPr lang="en-US" sz="1600">
                <a:latin typeface="Arial"/>
                <a:ea typeface="Arial"/>
                <a:cs typeface="Arial"/>
                <a:sym typeface="Arial"/>
              </a:rPr>
              <a:t> Users face difficulty managing large music collections due to slow navigation, inefficient insertion/deletion, and poor organization when using static structures like arrays.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latin typeface="Arial"/>
                <a:ea typeface="Arial"/>
                <a:cs typeface="Arial"/>
                <a:sym typeface="Arial"/>
              </a:rPr>
              <a:t>• Importance of the Problem:</a:t>
            </a:r>
            <a:br>
              <a:rPr b="1" lang="en-US" sz="1600">
                <a:latin typeface="Arial"/>
                <a:ea typeface="Arial"/>
                <a:cs typeface="Arial"/>
                <a:sym typeface="Arial"/>
              </a:rPr>
            </a:br>
            <a:r>
              <a:rPr lang="en-US" sz="1600">
                <a:latin typeface="Arial"/>
                <a:ea typeface="Arial"/>
                <a:cs typeface="Arial"/>
                <a:sym typeface="Arial"/>
              </a:rPr>
              <a:t> Efficient playlist handling is essential for modern music applications. Poor data management leads to lag, bad user experience, and scalability issues as the music library grows.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latin typeface="Arial"/>
                <a:ea typeface="Arial"/>
                <a:cs typeface="Arial"/>
                <a:sym typeface="Arial"/>
              </a:rPr>
              <a:t>• Objective of the Project:</a:t>
            </a:r>
            <a:br>
              <a:rPr b="1" lang="en-US" sz="1600">
                <a:latin typeface="Arial"/>
                <a:ea typeface="Arial"/>
                <a:cs typeface="Arial"/>
                <a:sym typeface="Arial"/>
              </a:rPr>
            </a:br>
            <a:r>
              <a:rPr lang="en-US" sz="1600">
                <a:latin typeface="Arial"/>
                <a:ea typeface="Arial"/>
                <a:cs typeface="Arial"/>
                <a:sym typeface="Arial"/>
              </a:rPr>
              <a:t> To design a fast, dynamic, and user-friendly playlist system using appropriate DSAs, enabling quick traversal, easy song management, instant search, and real-world application of data structures.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91440" lvl="0" marL="182880" rtl="0" algn="l">
              <a:lnSpc>
                <a:spcPct val="95000"/>
              </a:lnSpc>
              <a:spcBef>
                <a:spcPts val="16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/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entury Schoolbook"/>
              <a:buNone/>
            </a:pPr>
            <a:r>
              <a:rPr b="1" lang="en-US"/>
              <a:t>Problem Statement</a:t>
            </a:r>
            <a:br>
              <a:rPr b="1" lang="en-US"/>
            </a:br>
            <a:endParaRPr/>
          </a:p>
        </p:txBody>
      </p:sp>
      <p:sp>
        <p:nvSpPr>
          <p:cNvPr id="115" name="Google Shape;115;p3"/>
          <p:cNvSpPr txBox="1"/>
          <p:nvPr>
            <p:ph idx="1" type="body"/>
          </p:nvPr>
        </p:nvSpPr>
        <p:spPr>
          <a:xfrm>
            <a:off x="722251" y="1010975"/>
            <a:ext cx="9893700" cy="64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335">
                <a:latin typeface="Arial"/>
                <a:ea typeface="Arial"/>
                <a:cs typeface="Arial"/>
                <a:sym typeface="Arial"/>
              </a:rPr>
              <a:t>• Issue/Situation Being Solved:</a:t>
            </a:r>
            <a:br>
              <a:rPr b="1" lang="en-US" sz="1335">
                <a:latin typeface="Arial"/>
                <a:ea typeface="Arial"/>
                <a:cs typeface="Arial"/>
                <a:sym typeface="Arial"/>
              </a:rPr>
            </a:br>
            <a:r>
              <a:rPr lang="en-US" sz="1335">
                <a:latin typeface="Arial"/>
                <a:ea typeface="Arial"/>
                <a:cs typeface="Arial"/>
                <a:sym typeface="Arial"/>
              </a:rPr>
              <a:t> Managing large music collections becomes inefficient with static data structures. Users struggle with slow navigation, difficulty adding/removing songs, and poor playlist organization. The project solves these issues by using dynamic and efficient data structures.</a:t>
            </a:r>
            <a:endParaRPr b="1" sz="1335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335">
                <a:latin typeface="Arial"/>
                <a:ea typeface="Arial"/>
                <a:cs typeface="Arial"/>
                <a:sym typeface="Arial"/>
              </a:rPr>
              <a:t>• Constraints &amp; Assumptions:</a:t>
            </a:r>
            <a:endParaRPr b="1" sz="1335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335">
                <a:latin typeface="Arial"/>
                <a:ea typeface="Arial"/>
                <a:cs typeface="Arial"/>
                <a:sym typeface="Arial"/>
              </a:rPr>
              <a:t>Playlist size can grow or shrink at any time.</a:t>
            </a:r>
            <a:endParaRPr sz="1335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335">
                <a:latin typeface="Arial"/>
                <a:ea typeface="Arial"/>
                <a:cs typeface="Arial"/>
                <a:sym typeface="Arial"/>
              </a:rPr>
              <a:t>Operations must remain fast (insert, delete, next/previous).</a:t>
            </a:r>
            <a:endParaRPr sz="1335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335">
                <a:latin typeface="Arial"/>
                <a:ea typeface="Arial"/>
                <a:cs typeface="Arial"/>
                <a:sym typeface="Arial"/>
              </a:rPr>
              <a:t>Memory usage should remain efficient.</a:t>
            </a:r>
            <a:endParaRPr sz="1335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335">
                <a:latin typeface="Arial"/>
                <a:ea typeface="Arial"/>
                <a:cs typeface="Arial"/>
                <a:sym typeface="Arial"/>
              </a:rPr>
              <a:t>Assumes songs are stored as objects with attributes (title, artist, duration).</a:t>
            </a:r>
            <a:endParaRPr sz="1335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335">
                <a:latin typeface="Arial"/>
                <a:ea typeface="Arial"/>
                <a:cs typeface="Arial"/>
                <a:sym typeface="Arial"/>
              </a:rPr>
              <a:t>No external database; data is handled in-memory using DSAs.</a:t>
            </a:r>
            <a:endParaRPr b="1" sz="1335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335">
                <a:latin typeface="Arial"/>
                <a:ea typeface="Arial"/>
                <a:cs typeface="Arial"/>
                <a:sym typeface="Arial"/>
              </a:rPr>
              <a:t>• Target Users / Application Area:</a:t>
            </a:r>
            <a:endParaRPr b="1" sz="1335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335">
                <a:latin typeface="Arial"/>
                <a:ea typeface="Arial"/>
                <a:cs typeface="Arial"/>
                <a:sym typeface="Arial"/>
              </a:rPr>
              <a:t>Music app developers</a:t>
            </a:r>
            <a:endParaRPr sz="1335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335">
                <a:latin typeface="Arial"/>
                <a:ea typeface="Arial"/>
                <a:cs typeface="Arial"/>
                <a:sym typeface="Arial"/>
              </a:rPr>
              <a:t>Students learning data structures</a:t>
            </a:r>
            <a:endParaRPr sz="1335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335">
                <a:latin typeface="Arial"/>
                <a:ea typeface="Arial"/>
                <a:cs typeface="Arial"/>
                <a:sym typeface="Arial"/>
              </a:rPr>
              <a:t>Users managing large personal music libraries</a:t>
            </a:r>
            <a:endParaRPr sz="1335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335">
                <a:latin typeface="Arial"/>
                <a:ea typeface="Arial"/>
                <a:cs typeface="Arial"/>
                <a:sym typeface="Arial"/>
              </a:rPr>
              <a:t>Applications like media players, streaming services, playlist editors</a:t>
            </a:r>
            <a:br>
              <a:rPr lang="en-US" sz="1335">
                <a:latin typeface="Arial"/>
                <a:ea typeface="Arial"/>
                <a:cs typeface="Arial"/>
                <a:sym typeface="Arial"/>
              </a:rPr>
            </a:br>
            <a:endParaRPr sz="1335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929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"/>
          <p:cNvSpPr txBox="1"/>
          <p:nvPr>
            <p:ph type="title"/>
          </p:nvPr>
        </p:nvSpPr>
        <p:spPr>
          <a:xfrm>
            <a:off x="1249685" y="187835"/>
            <a:ext cx="96927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entury Schoolbook"/>
              <a:buNone/>
            </a:pPr>
            <a:r>
              <a:rPr lang="en-US"/>
              <a:t>System Requirements / Tools Used</a:t>
            </a:r>
            <a:endParaRPr/>
          </a:p>
        </p:txBody>
      </p:sp>
      <p:sp>
        <p:nvSpPr>
          <p:cNvPr id="121" name="Google Shape;121;p4"/>
          <p:cNvSpPr txBox="1"/>
          <p:nvPr>
            <p:ph idx="1" type="body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• Programming Language:</a:t>
            </a:r>
            <a:br>
              <a:rPr b="1" lang="en-US" sz="1500">
                <a:latin typeface="Arial"/>
                <a:ea typeface="Arial"/>
                <a:cs typeface="Arial"/>
                <a:sym typeface="Arial"/>
              </a:rPr>
            </a:br>
            <a:r>
              <a:rPr lang="en-US" sz="1500">
                <a:latin typeface="Arial"/>
                <a:ea typeface="Arial"/>
                <a:cs typeface="Arial"/>
                <a:sym typeface="Arial"/>
              </a:rPr>
              <a:t> Python (chosen for implementing linked lists, queues, and other DSAs effectively)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• IDE / Software Tools:</a:t>
            </a:r>
            <a:br>
              <a:rPr b="1" lang="en-US" sz="1500">
                <a:latin typeface="Arial"/>
                <a:ea typeface="Arial"/>
                <a:cs typeface="Arial"/>
                <a:sym typeface="Arial"/>
              </a:rPr>
            </a:br>
            <a:r>
              <a:rPr lang="en-US" sz="1500">
                <a:latin typeface="Arial"/>
                <a:ea typeface="Arial"/>
                <a:cs typeface="Arial"/>
                <a:sym typeface="Arial"/>
              </a:rPr>
              <a:t> Visual Studio Code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• Libraries Used:</a:t>
            </a:r>
            <a:br>
              <a:rPr lang="en-US" sz="1500">
                <a:latin typeface="Arial"/>
                <a:ea typeface="Arial"/>
                <a:cs typeface="Arial"/>
                <a:sym typeface="Arial"/>
              </a:rPr>
            </a:br>
            <a:r>
              <a:rPr lang="en-US" sz="1500">
                <a:latin typeface="Arial"/>
                <a:ea typeface="Arial"/>
                <a:cs typeface="Arial"/>
                <a:sym typeface="Arial"/>
              </a:rPr>
              <a:t> The code fundamentally requires tkinter for the entire graphical user interface (GUI) and pygame for all audio playback (pygame.mixer.init(), pygame.mixer.music.load(), etc.).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• Hardware Requirements (if any):</a:t>
            </a:r>
            <a:endParaRPr b="1"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latin typeface="Arial"/>
                <a:ea typeface="Arial"/>
                <a:cs typeface="Arial"/>
                <a:sym typeface="Arial"/>
              </a:rPr>
              <a:t>Any basic computer with 2–4 GB RAM</a:t>
            </a:r>
            <a:br>
              <a:rPr lang="en-US" sz="1500">
                <a:latin typeface="Arial"/>
                <a:ea typeface="Arial"/>
                <a:cs typeface="Arial"/>
                <a:sym typeface="Arial"/>
              </a:rPr>
            </a:b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latin typeface="Arial"/>
                <a:ea typeface="Arial"/>
                <a:cs typeface="Arial"/>
                <a:sym typeface="Arial"/>
              </a:rPr>
              <a:t>No special hardware needed; runs entirely in-memory</a:t>
            </a:r>
            <a:br>
              <a:rPr lang="en-US" sz="1500">
                <a:latin typeface="Arial"/>
                <a:ea typeface="Arial"/>
                <a:cs typeface="Arial"/>
                <a:sym typeface="Arial"/>
              </a:rPr>
            </a:b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latin typeface="Arial"/>
                <a:ea typeface="Arial"/>
                <a:cs typeface="Arial"/>
                <a:sym typeface="Arial"/>
              </a:rPr>
              <a:t>Standard OS (Windows)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0" lvl="0" marL="182880" rtl="0" algn="l">
              <a:lnSpc>
                <a:spcPct val="9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2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"/>
          <p:cNvSpPr txBox="1"/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entury Schoolbook"/>
              <a:buNone/>
            </a:pPr>
            <a:r>
              <a:rPr lang="en-US"/>
              <a:t>Data Structures Used</a:t>
            </a:r>
            <a:endParaRPr/>
          </a:p>
        </p:txBody>
      </p:sp>
      <p:sp>
        <p:nvSpPr>
          <p:cNvPr id="127" name="Google Shape;127;p5"/>
          <p:cNvSpPr txBox="1"/>
          <p:nvPr>
            <p:ph idx="1" type="body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 Doubly Linked List</a:t>
            </a:r>
            <a:br>
              <a:rPr b="1" lang="en-US" sz="1500">
                <a:latin typeface="Arial"/>
                <a:ea typeface="Arial"/>
                <a:cs typeface="Arial"/>
                <a:sym typeface="Arial"/>
              </a:rPr>
            </a:br>
            <a:r>
              <a:rPr lang="en-US" sz="150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Why chosen:</a:t>
            </a:r>
            <a:br>
              <a:rPr b="1" lang="en-US" sz="1500">
                <a:latin typeface="Arial"/>
                <a:ea typeface="Arial"/>
                <a:cs typeface="Arial"/>
                <a:sym typeface="Arial"/>
              </a:rPr>
            </a:br>
            <a:r>
              <a:rPr lang="en-US" sz="1500">
                <a:latin typeface="Arial"/>
                <a:ea typeface="Arial"/>
                <a:cs typeface="Arial"/>
                <a:sym typeface="Arial"/>
              </a:rPr>
              <a:t> Supports efficient insertion, deletion, and smooth forward/backward navigation—perfect for playlist operations.</a:t>
            </a:r>
            <a:br>
              <a:rPr lang="en-US" sz="1500">
                <a:latin typeface="Arial"/>
                <a:ea typeface="Arial"/>
                <a:cs typeface="Arial"/>
                <a:sym typeface="Arial"/>
              </a:rPr>
            </a:br>
            <a:r>
              <a:rPr lang="en-US" sz="150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How used:</a:t>
            </a:r>
            <a:br>
              <a:rPr b="1" lang="en-US" sz="1500">
                <a:latin typeface="Arial"/>
                <a:ea typeface="Arial"/>
                <a:cs typeface="Arial"/>
                <a:sym typeface="Arial"/>
              </a:rPr>
            </a:br>
            <a:r>
              <a:rPr lang="en-US" sz="1500">
                <a:latin typeface="Arial"/>
                <a:ea typeface="Arial"/>
                <a:cs typeface="Arial"/>
                <a:sym typeface="Arial"/>
              </a:rPr>
              <a:t> Acts as the main playlist structure where each node stores a song and pointers to the next and previous songs.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• Hash Map (Hash Table)</a:t>
            </a:r>
            <a:br>
              <a:rPr b="1" lang="en-US" sz="1500">
                <a:latin typeface="Arial"/>
                <a:ea typeface="Arial"/>
                <a:cs typeface="Arial"/>
                <a:sym typeface="Arial"/>
              </a:rPr>
            </a:br>
            <a:r>
              <a:rPr lang="en-US" sz="150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Why chosen:</a:t>
            </a:r>
            <a:br>
              <a:rPr b="1" lang="en-US" sz="1500">
                <a:latin typeface="Arial"/>
                <a:ea typeface="Arial"/>
                <a:cs typeface="Arial"/>
                <a:sym typeface="Arial"/>
              </a:rPr>
            </a:br>
            <a:r>
              <a:rPr lang="en-US" sz="1500">
                <a:latin typeface="Arial"/>
                <a:ea typeface="Arial"/>
                <a:cs typeface="Arial"/>
                <a:sym typeface="Arial"/>
              </a:rPr>
              <a:t> Provides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O(1)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average-time search, ideal for quickly locating songs in large playlists.</a:t>
            </a:r>
            <a:br>
              <a:rPr lang="en-US" sz="1500">
                <a:latin typeface="Arial"/>
                <a:ea typeface="Arial"/>
                <a:cs typeface="Arial"/>
                <a:sym typeface="Arial"/>
              </a:rPr>
            </a:br>
            <a:r>
              <a:rPr lang="en-US" sz="150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How used:</a:t>
            </a:r>
            <a:br>
              <a:rPr b="1" lang="en-US" sz="1500">
                <a:latin typeface="Arial"/>
                <a:ea typeface="Arial"/>
                <a:cs typeface="Arial"/>
                <a:sym typeface="Arial"/>
              </a:rPr>
            </a:br>
            <a:r>
              <a:rPr lang="en-US" sz="1500">
                <a:latin typeface="Arial"/>
                <a:ea typeface="Arial"/>
                <a:cs typeface="Arial"/>
                <a:sym typeface="Arial"/>
              </a:rPr>
              <a:t> Stores song titles/IDs as keys and pointers to their corresponding linked list nodes as values, enabling instant song lookup and fast jumps within the playlist.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91440" lvl="0" marL="182880" rtl="0" algn="l">
              <a:lnSpc>
                <a:spcPct val="95000"/>
              </a:lnSpc>
              <a:spcBef>
                <a:spcPts val="16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 b="1" sz="21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"/>
          <p:cNvSpPr txBox="1"/>
          <p:nvPr>
            <p:ph type="title"/>
          </p:nvPr>
        </p:nvSpPr>
        <p:spPr>
          <a:xfrm>
            <a:off x="517747" y="365760"/>
            <a:ext cx="96927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entury Schoolbook"/>
              <a:buNone/>
            </a:pPr>
            <a:r>
              <a:rPr b="1" lang="en-US"/>
              <a:t>Algorithm Design</a:t>
            </a:r>
            <a:br>
              <a:rPr b="1" lang="en-US"/>
            </a:br>
            <a:endParaRPr/>
          </a:p>
        </p:txBody>
      </p:sp>
      <p:sp>
        <p:nvSpPr>
          <p:cNvPr id="133" name="Google Shape;133;p6"/>
          <p:cNvSpPr txBox="1"/>
          <p:nvPr>
            <p:ph idx="1" type="body"/>
          </p:nvPr>
        </p:nvSpPr>
        <p:spPr>
          <a:xfrm>
            <a:off x="517747" y="1838725"/>
            <a:ext cx="85953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latin typeface="Arial"/>
                <a:ea typeface="Arial"/>
                <a:cs typeface="Arial"/>
                <a:sym typeface="Arial"/>
              </a:rPr>
              <a:t>Key Algorithms Used</a:t>
            </a:r>
            <a:endParaRPr b="1"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-US" sz="1600">
                <a:latin typeface="Arial"/>
                <a:ea typeface="Arial"/>
                <a:cs typeface="Arial"/>
                <a:sym typeface="Arial"/>
              </a:rPr>
              <a:t>Insert Song (DLL):</a:t>
            </a:r>
            <a:r>
              <a:rPr lang="en-US" sz="1600">
                <a:latin typeface="Arial"/>
                <a:ea typeface="Arial"/>
                <a:cs typeface="Arial"/>
                <a:sym typeface="Arial"/>
              </a:rPr>
              <a:t> Create a new node and adjust previous/next pointers.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-US" sz="1600">
                <a:latin typeface="Arial"/>
                <a:ea typeface="Arial"/>
                <a:cs typeface="Arial"/>
                <a:sym typeface="Arial"/>
              </a:rPr>
              <a:t>Delete Song (DLL):</a:t>
            </a:r>
            <a:r>
              <a:rPr lang="en-US" sz="1600">
                <a:latin typeface="Arial"/>
                <a:ea typeface="Arial"/>
                <a:cs typeface="Arial"/>
                <a:sym typeface="Arial"/>
              </a:rPr>
              <a:t> Relink surrounding nodes and free the target node.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-US" sz="1600">
                <a:latin typeface="Arial"/>
                <a:ea typeface="Arial"/>
                <a:cs typeface="Arial"/>
                <a:sym typeface="Arial"/>
              </a:rPr>
              <a:t>Search Song (Hash Map):</a:t>
            </a:r>
            <a:r>
              <a:rPr lang="en-US" sz="1600">
                <a:latin typeface="Arial"/>
                <a:ea typeface="Arial"/>
                <a:cs typeface="Arial"/>
                <a:sym typeface="Arial"/>
              </a:rPr>
              <a:t> Direct lookup using song title/ID as key.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-US" sz="1600">
                <a:latin typeface="Arial"/>
                <a:ea typeface="Arial"/>
                <a:cs typeface="Arial"/>
                <a:sym typeface="Arial"/>
              </a:rPr>
              <a:t>Play Next/Previous:</a:t>
            </a:r>
            <a:r>
              <a:rPr lang="en-US" sz="1600">
                <a:latin typeface="Arial"/>
                <a:ea typeface="Arial"/>
                <a:cs typeface="Arial"/>
                <a:sym typeface="Arial"/>
              </a:rPr>
              <a:t> Move to </a:t>
            </a:r>
            <a:r>
              <a:rPr lang="en-US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current-&gt;next</a:t>
            </a:r>
            <a:r>
              <a:rPr lang="en-US" sz="1600">
                <a:latin typeface="Arial"/>
                <a:ea typeface="Arial"/>
                <a:cs typeface="Arial"/>
                <a:sym typeface="Arial"/>
              </a:rPr>
              <a:t> or </a:t>
            </a:r>
            <a:r>
              <a:rPr lang="en-US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current-&gt;prev</a:t>
            </a:r>
            <a:r>
              <a:rPr lang="en-US" sz="1600"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-US" sz="1600">
                <a:latin typeface="Arial"/>
                <a:ea typeface="Arial"/>
                <a:cs typeface="Arial"/>
                <a:sym typeface="Arial"/>
              </a:rPr>
              <a:t>Jump to Song:</a:t>
            </a:r>
            <a:r>
              <a:rPr lang="en-US" sz="1600">
                <a:latin typeface="Arial"/>
                <a:ea typeface="Arial"/>
                <a:cs typeface="Arial"/>
                <a:sym typeface="Arial"/>
              </a:rPr>
              <a:t> Fetch node from Hash Map and set as current.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●"/>
            </a:pPr>
            <a:r>
              <a:rPr b="1" lang="en-US" sz="1600">
                <a:latin typeface="Arial"/>
                <a:ea typeface="Arial"/>
                <a:cs typeface="Arial"/>
                <a:sym typeface="Arial"/>
              </a:rPr>
              <a:t>Stack</a:t>
            </a:r>
            <a:r>
              <a:rPr lang="en-US" sz="1600">
                <a:latin typeface="Arial"/>
                <a:ea typeface="Arial"/>
                <a:cs typeface="Arial"/>
                <a:sym typeface="Arial"/>
              </a:rPr>
              <a:t> (self.history):To store a history of played songs, allowing the user to go backward. This is a LIFO (Last-In, First-Out) behavior.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600">
                <a:latin typeface="Arial"/>
                <a:ea typeface="Arial"/>
                <a:cs typeface="Arial"/>
                <a:sym typeface="Arial"/>
              </a:rPr>
              <a:t>Time &amp; Space Complexity (Brief)</a:t>
            </a:r>
            <a:endParaRPr b="1"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-US" sz="1600">
                <a:latin typeface="Arial"/>
                <a:ea typeface="Arial"/>
                <a:cs typeface="Arial"/>
                <a:sym typeface="Arial"/>
              </a:rPr>
              <a:t>Insertion (DLL):</a:t>
            </a:r>
            <a:r>
              <a:rPr lang="en-US" sz="1600">
                <a:latin typeface="Arial"/>
                <a:ea typeface="Arial"/>
                <a:cs typeface="Arial"/>
                <a:sym typeface="Arial"/>
              </a:rPr>
              <a:t> O(1)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-US" sz="1600">
                <a:latin typeface="Arial"/>
                <a:ea typeface="Arial"/>
                <a:cs typeface="Arial"/>
                <a:sym typeface="Arial"/>
              </a:rPr>
              <a:t>Deletion (DLL):</a:t>
            </a:r>
            <a:r>
              <a:rPr lang="en-US" sz="1600">
                <a:latin typeface="Arial"/>
                <a:ea typeface="Arial"/>
                <a:cs typeface="Arial"/>
                <a:sym typeface="Arial"/>
              </a:rPr>
              <a:t> O(1)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-US" sz="1600">
                <a:latin typeface="Arial"/>
                <a:ea typeface="Arial"/>
                <a:cs typeface="Arial"/>
                <a:sym typeface="Arial"/>
              </a:rPr>
              <a:t>Search (Hash Map):</a:t>
            </a:r>
            <a:r>
              <a:rPr lang="en-US" sz="1600">
                <a:latin typeface="Arial"/>
                <a:ea typeface="Arial"/>
                <a:cs typeface="Arial"/>
                <a:sym typeface="Arial"/>
              </a:rPr>
              <a:t> O(1) average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-US" sz="1600">
                <a:latin typeface="Arial"/>
                <a:ea typeface="Arial"/>
                <a:cs typeface="Arial"/>
                <a:sym typeface="Arial"/>
              </a:rPr>
              <a:t>Traversal (DLL):</a:t>
            </a:r>
            <a:r>
              <a:rPr lang="en-US" sz="1600">
                <a:latin typeface="Arial"/>
                <a:ea typeface="Arial"/>
                <a:cs typeface="Arial"/>
                <a:sym typeface="Arial"/>
              </a:rPr>
              <a:t> O(n)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n-US" sz="1600">
                <a:latin typeface="Arial"/>
                <a:ea typeface="Arial"/>
                <a:cs typeface="Arial"/>
                <a:sym typeface="Arial"/>
              </a:rPr>
              <a:t>Space:</a:t>
            </a:r>
            <a:r>
              <a:rPr lang="en-US" sz="1600">
                <a:latin typeface="Arial"/>
                <a:ea typeface="Arial"/>
                <a:cs typeface="Arial"/>
                <a:sym typeface="Arial"/>
              </a:rPr>
              <a:t> O(n) for DLL + O(n) for Hash Map → </a:t>
            </a:r>
            <a:r>
              <a:rPr b="1" lang="en-US" sz="1600">
                <a:latin typeface="Arial"/>
                <a:ea typeface="Arial"/>
                <a:cs typeface="Arial"/>
                <a:sym typeface="Arial"/>
              </a:rPr>
              <a:t>O(n)</a:t>
            </a:r>
            <a:r>
              <a:rPr lang="en-US" sz="1600">
                <a:latin typeface="Arial"/>
                <a:ea typeface="Arial"/>
                <a:cs typeface="Arial"/>
                <a:sym typeface="Arial"/>
              </a:rPr>
              <a:t> total</a:t>
            </a:r>
            <a:br>
              <a:rPr lang="en-US" sz="1600">
                <a:latin typeface="Arial"/>
                <a:ea typeface="Arial"/>
                <a:cs typeface="Arial"/>
                <a:sym typeface="Arial"/>
              </a:rPr>
            </a:b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91440" lvl="0" marL="182880" rtl="0" algn="l">
              <a:lnSpc>
                <a:spcPct val="95000"/>
              </a:lnSpc>
              <a:spcBef>
                <a:spcPts val="16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 sz="2300"/>
          </a:p>
        </p:txBody>
      </p:sp>
      <p:pic>
        <p:nvPicPr>
          <p:cNvPr id="134" name="Google Shape;134;p6" title="Gemini_Generated_Image_xzfp6xxzfp6xxzfp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62300" y="1951688"/>
            <a:ext cx="3950200" cy="4125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7"/>
          <p:cNvSpPr txBox="1"/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entury Schoolbook"/>
              <a:buNone/>
            </a:pPr>
            <a:r>
              <a:rPr lang="en-US"/>
              <a:t>System Architecture / Workflow</a:t>
            </a:r>
            <a:endParaRPr/>
          </a:p>
        </p:txBody>
      </p:sp>
      <p:sp>
        <p:nvSpPr>
          <p:cNvPr id="140" name="Google Shape;140;p7"/>
          <p:cNvSpPr txBox="1"/>
          <p:nvPr>
            <p:ph idx="1" type="body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b="1" lang="en-US" sz="1300">
                <a:latin typeface="Arial"/>
                <a:ea typeface="Arial"/>
                <a:cs typeface="Arial"/>
                <a:sym typeface="Arial"/>
              </a:rPr>
              <a:t>User selects action</a:t>
            </a:r>
            <a:r>
              <a:rPr lang="en-US" sz="1300">
                <a:latin typeface="Arial"/>
                <a:ea typeface="Arial"/>
                <a:cs typeface="Arial"/>
                <a:sym typeface="Arial"/>
              </a:rPr>
              <a:t> (Add, Delete, Search, Play).</a:t>
            </a:r>
            <a:br>
              <a:rPr lang="en-US" sz="1300">
                <a:latin typeface="Arial"/>
                <a:ea typeface="Arial"/>
                <a:cs typeface="Arial"/>
                <a:sym typeface="Arial"/>
              </a:rPr>
            </a:b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b="1" lang="en-US" sz="1300">
                <a:latin typeface="Arial"/>
                <a:ea typeface="Arial"/>
                <a:cs typeface="Arial"/>
                <a:sym typeface="Arial"/>
              </a:rPr>
              <a:t>Control Layer</a:t>
            </a:r>
            <a:r>
              <a:rPr lang="en-US" sz="1300">
                <a:latin typeface="Arial"/>
                <a:ea typeface="Arial"/>
                <a:cs typeface="Arial"/>
                <a:sym typeface="Arial"/>
              </a:rPr>
              <a:t> interprets the command.</a:t>
            </a:r>
            <a:br>
              <a:rPr lang="en-US" sz="1300">
                <a:latin typeface="Arial"/>
                <a:ea typeface="Arial"/>
                <a:cs typeface="Arial"/>
                <a:sym typeface="Arial"/>
              </a:rPr>
            </a:b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-US" sz="1300">
                <a:latin typeface="Arial"/>
                <a:ea typeface="Arial"/>
                <a:cs typeface="Arial"/>
                <a:sym typeface="Arial"/>
              </a:rPr>
              <a:t>For Add/Delete:</a:t>
            </a:r>
            <a:br>
              <a:rPr lang="en-US" sz="1300">
                <a:latin typeface="Arial"/>
                <a:ea typeface="Arial"/>
                <a:cs typeface="Arial"/>
                <a:sym typeface="Arial"/>
              </a:rPr>
            </a:b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○"/>
            </a:pPr>
            <a:r>
              <a:rPr lang="en-US" sz="1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Updates the </a:t>
            </a:r>
            <a:r>
              <a:rPr b="1" lang="en-US" sz="1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Doubly Linked List</a:t>
            </a:r>
            <a:r>
              <a:rPr lang="en-US" sz="1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(physical playlist).</a:t>
            </a:r>
            <a:br>
              <a:rPr lang="en-US" sz="1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○"/>
            </a:pPr>
            <a:r>
              <a:rPr lang="en-US" sz="1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Updates the </a:t>
            </a:r>
            <a:r>
              <a:rPr b="1" lang="en-US" sz="1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Hash Map</a:t>
            </a:r>
            <a:r>
              <a:rPr lang="en-US" sz="1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(index for fast lookup).</a:t>
            </a:r>
            <a:br>
              <a:rPr lang="en-US" sz="1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-US" sz="1300">
                <a:latin typeface="Arial"/>
                <a:ea typeface="Arial"/>
                <a:cs typeface="Arial"/>
                <a:sym typeface="Arial"/>
              </a:rPr>
              <a:t>For Search:</a:t>
            </a:r>
            <a:br>
              <a:rPr lang="en-US" sz="1300">
                <a:latin typeface="Arial"/>
                <a:ea typeface="Arial"/>
                <a:cs typeface="Arial"/>
                <a:sym typeface="Arial"/>
              </a:rPr>
            </a:b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○"/>
            </a:pPr>
            <a:r>
              <a:rPr lang="en-US" sz="1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Hash Map instantly returns the song node.</a:t>
            </a:r>
            <a:br>
              <a:rPr lang="en-US" sz="1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-US" sz="1300">
                <a:latin typeface="Arial"/>
                <a:ea typeface="Arial"/>
                <a:cs typeface="Arial"/>
                <a:sym typeface="Arial"/>
              </a:rPr>
              <a:t>For Play:</a:t>
            </a:r>
            <a:br>
              <a:rPr lang="en-US" sz="1300">
                <a:latin typeface="Arial"/>
                <a:ea typeface="Arial"/>
                <a:cs typeface="Arial"/>
                <a:sym typeface="Arial"/>
              </a:rPr>
            </a:b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○"/>
            </a:pPr>
            <a:r>
              <a:rPr lang="en-US" sz="1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</a:t>
            </a:r>
            <a:r>
              <a:rPr b="1" lang="en-US" sz="1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Stack </a:t>
            </a:r>
            <a:r>
              <a:rPr lang="en-US" sz="1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playing.</a:t>
            </a:r>
            <a:endParaRPr sz="1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-US" sz="1300">
                <a:latin typeface="Arial"/>
                <a:ea typeface="Arial"/>
                <a:cs typeface="Arial"/>
                <a:sym typeface="Arial"/>
              </a:rPr>
              <a:t>UI displays updated playlist or playback details.</a:t>
            </a:r>
            <a:br>
              <a:rPr lang="en-US" sz="1300">
                <a:latin typeface="Arial"/>
                <a:ea typeface="Arial"/>
                <a:cs typeface="Arial"/>
                <a:sym typeface="Arial"/>
              </a:rPr>
            </a:b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91440" lvl="0" marL="182880" rtl="0" algn="l">
              <a:lnSpc>
                <a:spcPct val="85000"/>
              </a:lnSpc>
              <a:spcBef>
                <a:spcPts val="16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 sz="2000"/>
          </a:p>
        </p:txBody>
      </p:sp>
      <p:pic>
        <p:nvPicPr>
          <p:cNvPr id="141" name="Google Shape;141;p7" title="Gemini_Generated_Image_1dtvs11dtvs11dtv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26176" y="1952875"/>
            <a:ext cx="4178849" cy="41788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8"/>
          <p:cNvSpPr txBox="1"/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entury Schoolbook"/>
              <a:buNone/>
            </a:pPr>
            <a:r>
              <a:rPr b="1" lang="en-US"/>
              <a:t>Implementation</a:t>
            </a:r>
            <a:br>
              <a:rPr b="1" lang="en-US"/>
            </a:br>
            <a:endParaRPr/>
          </a:p>
        </p:txBody>
      </p:sp>
      <p:sp>
        <p:nvSpPr>
          <p:cNvPr id="147" name="Google Shape;147;p8"/>
          <p:cNvSpPr txBox="1"/>
          <p:nvPr>
            <p:ph idx="1" type="body"/>
          </p:nvPr>
        </p:nvSpPr>
        <p:spPr>
          <a:xfrm>
            <a:off x="716447" y="1417600"/>
            <a:ext cx="85953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91440" lvl="0" marL="182880" rtl="0" algn="l">
              <a:lnSpc>
                <a:spcPct val="95000"/>
              </a:lnSpc>
              <a:spcBef>
                <a:spcPts val="1600"/>
              </a:spcBef>
              <a:spcAft>
                <a:spcPts val="0"/>
              </a:spcAft>
              <a:buSzPts val="1440"/>
              <a:buNone/>
            </a:pPr>
            <a:r>
              <a:rPr lang="en-US"/>
              <a:t>🔹 Core Structures (DLL + Hash Map)</a:t>
            </a:r>
            <a:endParaRPr/>
          </a:p>
        </p:txBody>
      </p:sp>
      <p:sp>
        <p:nvSpPr>
          <p:cNvPr id="148" name="Google Shape;148;p8"/>
          <p:cNvSpPr txBox="1"/>
          <p:nvPr/>
        </p:nvSpPr>
        <p:spPr>
          <a:xfrm>
            <a:off x="1666875" y="2515263"/>
            <a:ext cx="30000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49" name="Google Shape;149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050" y="1933575"/>
            <a:ext cx="3713250" cy="2062925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8"/>
          <p:cNvSpPr txBox="1"/>
          <p:nvPr/>
        </p:nvSpPr>
        <p:spPr>
          <a:xfrm>
            <a:off x="6404750" y="1417600"/>
            <a:ext cx="300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🔹 Add / Search / Delete (Combined Core Logic)</a:t>
            </a:r>
            <a:endParaRPr/>
          </a:p>
        </p:txBody>
      </p:sp>
      <p:pic>
        <p:nvPicPr>
          <p:cNvPr id="151" name="Google Shape;151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60752" y="2208125"/>
            <a:ext cx="3932575" cy="422985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8"/>
          <p:cNvSpPr txBox="1"/>
          <p:nvPr/>
        </p:nvSpPr>
        <p:spPr>
          <a:xfrm>
            <a:off x="1021350" y="4130600"/>
            <a:ext cx="30000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-US" sz="1300">
                <a:solidFill>
                  <a:schemeClr val="dk1"/>
                </a:solidFill>
              </a:rPr>
              <a:t>🔹 Play Next / Previous</a:t>
            </a:r>
            <a:endParaRPr b="1" sz="1300">
              <a:solidFill>
                <a:schemeClr val="dk1"/>
              </a:solidFill>
            </a:endParaRPr>
          </a:p>
        </p:txBody>
      </p:sp>
      <p:pic>
        <p:nvPicPr>
          <p:cNvPr id="153" name="Google Shape;153;p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41050" y="4779638"/>
            <a:ext cx="4343400" cy="1895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9"/>
          <p:cNvSpPr txBox="1"/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entury Schoolbook"/>
              <a:buNone/>
            </a:pPr>
            <a:r>
              <a:rPr b="1" lang="en-US"/>
              <a:t>Demonstration</a:t>
            </a:r>
            <a:endParaRPr/>
          </a:p>
        </p:txBody>
      </p:sp>
      <p:pic>
        <p:nvPicPr>
          <p:cNvPr id="159" name="Google Shape;159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34975" y="1691322"/>
            <a:ext cx="5509148" cy="48618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0"/>
          <p:cNvSpPr txBox="1"/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entury Schoolbook"/>
              <a:buNone/>
            </a:pPr>
            <a:r>
              <a:rPr b="1" lang="en-US"/>
              <a:t>Results</a:t>
            </a:r>
            <a:br>
              <a:rPr b="1" lang="en-US"/>
            </a:br>
            <a:endParaRPr/>
          </a:p>
        </p:txBody>
      </p:sp>
      <p:sp>
        <p:nvSpPr>
          <p:cNvPr id="165" name="Google Shape;165;p10"/>
          <p:cNvSpPr txBox="1"/>
          <p:nvPr>
            <p:ph idx="1" type="body"/>
          </p:nvPr>
        </p:nvSpPr>
        <p:spPr>
          <a:xfrm>
            <a:off x="1261875" y="1828800"/>
            <a:ext cx="8963100" cy="466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✔ Outputs Generated</a:t>
            </a:r>
            <a:endParaRPr b="1" sz="15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300">
                <a:latin typeface="Arial"/>
                <a:ea typeface="Arial"/>
                <a:cs typeface="Arial"/>
                <a:sym typeface="Arial"/>
              </a:rPr>
              <a:t>Successfully adds, deletes, searches, and displays songs.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300">
                <a:latin typeface="Arial"/>
                <a:ea typeface="Arial"/>
                <a:cs typeface="Arial"/>
                <a:sym typeface="Arial"/>
              </a:rPr>
              <a:t>Allows navigation using </a:t>
            </a:r>
            <a:r>
              <a:rPr b="1" lang="en-US" sz="1300">
                <a:latin typeface="Arial"/>
                <a:ea typeface="Arial"/>
                <a:cs typeface="Arial"/>
                <a:sym typeface="Arial"/>
              </a:rPr>
              <a:t>Next</a:t>
            </a:r>
            <a:r>
              <a:rPr lang="en-US" sz="1300"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lang="en-US" sz="1300">
                <a:latin typeface="Arial"/>
                <a:ea typeface="Arial"/>
                <a:cs typeface="Arial"/>
                <a:sym typeface="Arial"/>
              </a:rPr>
              <a:t>Previous</a:t>
            </a:r>
            <a:r>
              <a:rPr lang="en-US" sz="1300">
                <a:latin typeface="Arial"/>
                <a:ea typeface="Arial"/>
                <a:cs typeface="Arial"/>
                <a:sym typeface="Arial"/>
              </a:rPr>
              <a:t>.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300">
                <a:latin typeface="Arial"/>
                <a:ea typeface="Arial"/>
                <a:cs typeface="Arial"/>
                <a:sym typeface="Arial"/>
              </a:rPr>
              <a:t>Maintains playlist order using </a:t>
            </a:r>
            <a:r>
              <a:rPr b="1" lang="en-US" sz="1300">
                <a:latin typeface="Arial"/>
                <a:ea typeface="Arial"/>
                <a:cs typeface="Arial"/>
                <a:sym typeface="Arial"/>
              </a:rPr>
              <a:t>Linked List</a:t>
            </a:r>
            <a:r>
              <a:rPr lang="en-US" sz="1300">
                <a:latin typeface="Arial"/>
                <a:ea typeface="Arial"/>
                <a:cs typeface="Arial"/>
                <a:sym typeface="Arial"/>
              </a:rPr>
              <a:t> + fast lookup using </a:t>
            </a:r>
            <a:r>
              <a:rPr b="1" lang="en-US" sz="1300">
                <a:latin typeface="Arial"/>
                <a:ea typeface="Arial"/>
                <a:cs typeface="Arial"/>
                <a:sym typeface="Arial"/>
              </a:rPr>
              <a:t>Hash Map</a:t>
            </a:r>
            <a:r>
              <a:rPr lang="en-US" sz="1300">
                <a:latin typeface="Arial"/>
                <a:ea typeface="Arial"/>
                <a:cs typeface="Arial"/>
                <a:sym typeface="Arial"/>
              </a:rPr>
              <a:t>.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300">
                <a:latin typeface="Arial"/>
                <a:ea typeface="Arial"/>
                <a:cs typeface="Arial"/>
                <a:sym typeface="Arial"/>
              </a:rPr>
              <a:t>Generates clear console messages and demo interactions.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✔ Features Achieved</a:t>
            </a:r>
            <a:endParaRPr b="1" sz="15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-US" sz="1300">
                <a:latin typeface="Arial"/>
                <a:ea typeface="Arial"/>
                <a:cs typeface="Arial"/>
                <a:sym typeface="Arial"/>
              </a:rPr>
              <a:t>Add / Remove Songs</a:t>
            </a:r>
            <a:r>
              <a:rPr lang="en-US" sz="1300">
                <a:latin typeface="Arial"/>
                <a:ea typeface="Arial"/>
                <a:cs typeface="Arial"/>
                <a:sym typeface="Arial"/>
              </a:rPr>
              <a:t> in O(1) using linked list + hash map combo.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-US" sz="1300">
                <a:latin typeface="Arial"/>
                <a:ea typeface="Arial"/>
                <a:cs typeface="Arial"/>
                <a:sym typeface="Arial"/>
              </a:rPr>
              <a:t>Fast Search</a:t>
            </a:r>
            <a:r>
              <a:rPr lang="en-US" sz="1300">
                <a:latin typeface="Arial"/>
                <a:ea typeface="Arial"/>
                <a:cs typeface="Arial"/>
                <a:sym typeface="Arial"/>
              </a:rPr>
              <a:t> by song name using hash map.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-US" sz="1300">
                <a:latin typeface="Arial"/>
                <a:ea typeface="Arial"/>
                <a:cs typeface="Arial"/>
                <a:sym typeface="Arial"/>
              </a:rPr>
              <a:t>Play Next / Previous</a:t>
            </a:r>
            <a:r>
              <a:rPr lang="en-US" sz="1300">
                <a:latin typeface="Arial"/>
                <a:ea typeface="Arial"/>
                <a:cs typeface="Arial"/>
                <a:sym typeface="Arial"/>
              </a:rPr>
              <a:t> using doubly linked navigation.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-US" sz="1300">
                <a:latin typeface="Arial"/>
                <a:ea typeface="Arial"/>
                <a:cs typeface="Arial"/>
                <a:sym typeface="Arial"/>
              </a:rPr>
              <a:t>Efficient storage</a:t>
            </a:r>
            <a:r>
              <a:rPr lang="en-US" sz="1300">
                <a:latin typeface="Arial"/>
                <a:ea typeface="Arial"/>
                <a:cs typeface="Arial"/>
                <a:sym typeface="Arial"/>
              </a:rPr>
              <a:t> of playlist without duplicates.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-US" sz="1300">
                <a:latin typeface="Arial"/>
                <a:ea typeface="Arial"/>
                <a:cs typeface="Arial"/>
                <a:sym typeface="Arial"/>
              </a:rPr>
              <a:t>Maintains current song pointer</a:t>
            </a:r>
            <a:r>
              <a:rPr lang="en-US" sz="1300">
                <a:latin typeface="Arial"/>
                <a:ea typeface="Arial"/>
                <a:cs typeface="Arial"/>
                <a:sym typeface="Arial"/>
              </a:rPr>
              <a:t> for smooth browsing.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100"/>
              <a:buNone/>
            </a:pP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⚠ Limitati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ons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300">
                <a:latin typeface="Arial"/>
                <a:ea typeface="Arial"/>
                <a:cs typeface="Arial"/>
                <a:sym typeface="Arial"/>
              </a:rPr>
              <a:t>No persistent storage (playlist resets when program closes).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300">
                <a:latin typeface="Arial"/>
                <a:ea typeface="Arial"/>
                <a:cs typeface="Arial"/>
                <a:sym typeface="Arial"/>
              </a:rPr>
              <a:t>Limited error handling for invalid inputs</a:t>
            </a:r>
            <a:endParaRPr sz="2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1"/>
          <p:cNvSpPr txBox="1"/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entury Schoolbook"/>
              <a:buNone/>
            </a:pPr>
            <a:r>
              <a:rPr b="1" lang="en-US"/>
              <a:t>Conclusion</a:t>
            </a:r>
            <a:br>
              <a:rPr b="1" lang="en-US"/>
            </a:br>
            <a:endParaRPr/>
          </a:p>
        </p:txBody>
      </p:sp>
      <p:sp>
        <p:nvSpPr>
          <p:cNvPr id="171" name="Google Shape;171;p11"/>
          <p:cNvSpPr txBox="1"/>
          <p:nvPr>
            <p:ph idx="1" type="body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latin typeface="Arial"/>
                <a:ea typeface="Arial"/>
                <a:cs typeface="Arial"/>
                <a:sym typeface="Arial"/>
              </a:rPr>
              <a:t>📌 Summary of the Project</a:t>
            </a:r>
            <a:endParaRPr b="1"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latin typeface="Arial"/>
                <a:ea typeface="Arial"/>
                <a:cs typeface="Arial"/>
                <a:sym typeface="Arial"/>
              </a:rPr>
              <a:t>Developed a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Music Playlist Manager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using Python, Linked List, and Hash Map to efficiently store, navigate, and search songs. The system supports adding, removing, and browsing through a playlist in an organized way.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latin typeface="Arial"/>
                <a:ea typeface="Arial"/>
                <a:cs typeface="Arial"/>
                <a:sym typeface="Arial"/>
              </a:rPr>
              <a:t>📌 What Was Achieved</a:t>
            </a:r>
            <a:endParaRPr b="1" sz="17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latin typeface="Arial"/>
                <a:ea typeface="Arial"/>
                <a:cs typeface="Arial"/>
                <a:sym typeface="Arial"/>
              </a:rPr>
              <a:t>Designed an efficient playlist structure using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Doubly Linked List + Hash Map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latin typeface="Arial"/>
                <a:ea typeface="Arial"/>
                <a:cs typeface="Arial"/>
                <a:sym typeface="Arial"/>
              </a:rPr>
              <a:t>Implemented key features: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Add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Delete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Search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Play Next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Play Previous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latin typeface="Arial"/>
                <a:ea typeface="Arial"/>
                <a:cs typeface="Arial"/>
                <a:sym typeface="Arial"/>
              </a:rPr>
              <a:t>Achieved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O(1) search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smooth navigation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between songs.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latin typeface="Arial"/>
                <a:ea typeface="Arial"/>
                <a:cs typeface="Arial"/>
                <a:sym typeface="Arial"/>
              </a:rPr>
              <a:t>Built a clean, modular and optimized code structure.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latin typeface="Arial"/>
                <a:ea typeface="Arial"/>
                <a:cs typeface="Arial"/>
                <a:sym typeface="Arial"/>
              </a:rPr>
              <a:t>📌 Learning Outcomes</a:t>
            </a:r>
            <a:endParaRPr b="1" sz="17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latin typeface="Arial"/>
                <a:ea typeface="Arial"/>
                <a:cs typeface="Arial"/>
                <a:sym typeface="Arial"/>
              </a:rPr>
              <a:t>Understood real-world use of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Linked Lists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for dynamic data management.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latin typeface="Arial"/>
                <a:ea typeface="Arial"/>
                <a:cs typeface="Arial"/>
                <a:sym typeface="Arial"/>
              </a:rPr>
              <a:t>Learned how </a:t>
            </a:r>
            <a:r>
              <a:rPr b="1" lang="en-US" sz="1500">
                <a:latin typeface="Arial"/>
                <a:ea typeface="Arial"/>
                <a:cs typeface="Arial"/>
                <a:sym typeface="Arial"/>
              </a:rPr>
              <a:t>Hash Maps enhance speed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by enabling instant lookups.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latin typeface="Arial"/>
                <a:ea typeface="Arial"/>
                <a:cs typeface="Arial"/>
                <a:sym typeface="Arial"/>
              </a:rPr>
              <a:t>Practiced algorithm design, pointer manipulation, and complexity analysis.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latin typeface="Arial"/>
                <a:ea typeface="Arial"/>
                <a:cs typeface="Arial"/>
                <a:sym typeface="Arial"/>
              </a:rPr>
              <a:t>Gained experience structuring a complete DSA-based Python project.</a:t>
            </a:r>
            <a:endParaRPr sz="2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iew">
  <a:themeElements>
    <a:clrScheme name="Office 2007-2010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iew">
  <a:themeElements>
    <a:clrScheme name="Office 2007-2010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2025-11-14T09:03:48Z</dcterms:created>
  <dc:creator>student</dc:creator>
</cp:coreProperties>
</file>